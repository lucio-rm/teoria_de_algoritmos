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  <p:embeddedFont>
      <p:font typeface="Old Standard TT"/>
      <p:regular r:id="rId11"/>
      <p:bold r:id="rId12"/>
      <p: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ldStandardTT-regular.fntdata"/><Relationship Id="rId10" Type="http://schemas.openxmlformats.org/officeDocument/2006/relationships/font" Target="fonts/ProximaNova-boldItalic.fntdata"/><Relationship Id="rId13" Type="http://schemas.openxmlformats.org/officeDocument/2006/relationships/font" Target="fonts/OldStandardTT-italic.fntdata"/><Relationship Id="rId12" Type="http://schemas.openxmlformats.org/officeDocument/2006/relationships/font" Target="fonts/OldStandardT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Pizarrón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