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Old Standard TT"/>
      <p:regular r:id="rId18"/>
      <p:bold r:id="rId19"/>
      <p: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bold.fntdata"/><Relationship Id="rId6" Type="http://schemas.openxmlformats.org/officeDocument/2006/relationships/slide" Target="slides/slide1.xml"/><Relationship Id="rId18" Type="http://schemas.openxmlformats.org/officeDocument/2006/relationships/font" Target="fonts/OldStandardT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8d3e5a8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8d3e5a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c93b370c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c93b370c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c93b370c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c93b370c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93b370c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c93b370c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c93b370c0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c93b370c0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d657c93d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d657c93d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657c93d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657c93d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 de Algoritmos y Estructuras de Datos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Previously, en el universo cinematográfico de algoritmos…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476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Cada uno viene de diferentes cursos de Algoritmos y Estructuras de Datos, o de haberla cursado quién sabe cuándo.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 sobre complejidad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complejidad? ¿por qué y para qué la usamos?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sucede cuando dos algoritmos tienen la misma complejidad?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¿Cuál es una complejidad mala y cuál una buena?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mejor, una estructura sobre un arreglo o sobre una estructura enlazada?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un diccionario/mapa?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un hash? ¿Qué resoluciones de colisiones conocen? ¿Qué tan rápido anda? ¿de qué depende que funcione bien?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un árbol, y un árbol binario de búsqueda? ¿Qué ventajas y desventajas tiene con un hash como implementación de diccionario?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una cola de prioridad? ¿Qué es un heap? ¿Cuánto cuesta encolar y desencolar en un heap? ¿Cuánto cuesta crear un heap a partir de datos iniciales?</a:t>
            </a:r>
            <a:endParaRPr/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 sobre TDAs/ADTs/TADs…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 sobre Grafos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un grafo?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cosas/problemas se pueden modelar con grafos?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recorridos sobre grafos conocen?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algoritmos/problemas sobre grafos conocen?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Técnicas de diseño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¿Qué es división y conquista?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¿Ejemplos de Fundamentos y Algoritmos?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¿Estructuras de datos que usen D&amp;C?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¿Con qué calculamos la complejidad de un algoritmo de D&amp;C?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Ordenamientos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¿Cuánto cuesta ordenar?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Si tengo más información, ¿Qué algoritmos de ordenamiento podemos utilizar según esta información? ¿Cuánto cuesta cada uno?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Nombremos todos los algoritmos de ordenamiento que conozcamos.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¿No sabías varias de estas cosas?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881" y="1210625"/>
            <a:ext cx="5043039" cy="37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0" y="2063850"/>
            <a:ext cx="3574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Nosotros vamos a asumir que esto lo saben como la tabla del 2.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Cualquier error que se cometa relacionado a esto será considerado un error grave, como si insultaran a mi vieja.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Ej: usar una lista donde debería usarse un heap.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9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