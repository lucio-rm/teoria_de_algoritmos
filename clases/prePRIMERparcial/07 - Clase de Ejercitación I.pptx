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Proxima Nova"/>
      <p:regular r:id="rId56"/>
      <p:bold r:id="rId57"/>
      <p:italic r:id="rId58"/>
      <p:boldItalic r:id="rId59"/>
    </p:embeddedFont>
    <p:embeddedFont>
      <p:font typeface="Old Standard TT"/>
      <p:regular r:id="rId60"/>
      <p:bold r:id="rId61"/>
      <p: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A7E02D-B525-47F5-A5CF-ECB41BEAFE8A}">
  <a:tblStyle styleId="{EFA7E02D-B525-47F5-A5CF-ECB41BEAFE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ldStandardTT-italic.fntdata"/><Relationship Id="rId61" Type="http://schemas.openxmlformats.org/officeDocument/2006/relationships/font" Target="fonts/OldStandardTT-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ldStandardTT-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ProximaNova-bold.fntdata"/><Relationship Id="rId12" Type="http://schemas.openxmlformats.org/officeDocument/2006/relationships/slide" Target="slides/slide6.xml"/><Relationship Id="rId56" Type="http://schemas.openxmlformats.org/officeDocument/2006/relationships/font" Target="fonts/ProximaNova-regular.fntdata"/><Relationship Id="rId15" Type="http://schemas.openxmlformats.org/officeDocument/2006/relationships/slide" Target="slides/slide9.xml"/><Relationship Id="rId59" Type="http://schemas.openxmlformats.org/officeDocument/2006/relationships/font" Target="fonts/ProximaNova-boldItalic.fntdata"/><Relationship Id="rId14" Type="http://schemas.openxmlformats.org/officeDocument/2006/relationships/slide" Target="slides/slide8.xml"/><Relationship Id="rId58" Type="http://schemas.openxmlformats.org/officeDocument/2006/relationships/font" Target="fonts/ProximaNova-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2c7a43fd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2c7a43fd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6cb8e54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6cb8e54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924a774eb7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924a774eb7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c266847a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c266847a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246cb387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246cb387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f54a1587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f54a1587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c266847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c266847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6d589d48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96d589d48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6d589d48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6d589d48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ea28960c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ea28960c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f54a1587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f54a1587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c266847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c266847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97aa58de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97aa58de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ea8f25ff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ea8f25ff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5ee5b485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5ee5b485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5ee5b485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5ee5b485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c1c9cc8c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c1c9cc8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c1c9cc8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c1c9cc8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c1c9cc8c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c1c9cc8c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4c1c9cc8c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4c1c9cc8c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c1c9cc8c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c1c9cc8c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4c1c9cc8c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4c1c9cc8c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4c1c9cc8c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4c1c9cc8c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ea28960c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ea28960c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7aa58de3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97aa58de3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ea8f25ff5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ea8f25ff5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54fd6379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54fd6379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c961ee1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7c961ee1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654fd637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654fd637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54fd6379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654fd6379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54fd6379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654fd6379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54fd6379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54fd6379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54fd6379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654fd6379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6d589d48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96d589d48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f54a1587e9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f54a1587e9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924a774e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924a774e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924a774eb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924a774eb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45ee5b485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45ee5b485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4c266847a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4c266847a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45ee5b485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45ee5b485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c266847ab_4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4c266847ab_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4c266847ab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4c266847ab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4c266847a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4c266847a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c266847ab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c266847ab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c266847ab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c266847ab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4c266847ab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4c266847ab_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4c266847ab_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4c266847ab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c266847ab_4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4c266847ab_4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4c266847ab_4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4c266847ab_4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69228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Ejercitación D&amp;C y Greedy</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 hoy</a:t>
            </a:r>
            <a:endParaRPr/>
          </a:p>
        </p:txBody>
      </p:sp>
      <p:sp>
        <p:nvSpPr>
          <p:cNvPr id="67" name="Google Shape;67;p1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Tener ya resueltos los ejercicios de D&amp;C y Greedy obligatorios. </a:t>
            </a:r>
            <a:endParaRPr/>
          </a:p>
          <a:p>
            <a:pPr indent="0" lvl="0" marL="0" rtl="0" algn="l">
              <a:spcBef>
                <a:spcPts val="1600"/>
              </a:spcBef>
              <a:spcAft>
                <a:spcPts val="1600"/>
              </a:spcAft>
              <a:buNone/>
            </a:pPr>
            <a:r>
              <a:rPr lang="es"/>
              <a:t>Sepan que sabemos quienes se copiaron… Simplemente van a recursar por ex</a:t>
            </a:r>
            <a:r>
              <a:rPr lang="es"/>
              <a:t>ámenes, no es muy difícil la cuestión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Temas que ya vimos</a:t>
            </a:r>
            <a:endParaRPr/>
          </a:p>
        </p:txBody>
      </p:sp>
      <p:sp>
        <p:nvSpPr>
          <p:cNvPr id="73" name="Google Shape;73;p15"/>
          <p:cNvSpPr txBox="1"/>
          <p:nvPr>
            <p:ph idx="1" type="body"/>
          </p:nvPr>
        </p:nvSpPr>
        <p:spPr>
          <a:xfrm>
            <a:off x="311700" y="1171600"/>
            <a:ext cx="8520600" cy="36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División y Conquista (Avanzada)</a:t>
            </a:r>
            <a:endParaRPr/>
          </a:p>
          <a:p>
            <a:pPr indent="0" lvl="0" marL="0" rtl="0" algn="l">
              <a:spcBef>
                <a:spcPts val="1600"/>
              </a:spcBef>
              <a:spcAft>
                <a:spcPts val="0"/>
              </a:spcAft>
              <a:buClr>
                <a:schemeClr val="dk1"/>
              </a:buClr>
              <a:buSzPts val="1100"/>
              <a:buFont typeface="Arial"/>
              <a:buNone/>
            </a:pPr>
            <a:r>
              <a:rPr lang="es"/>
              <a:t>Algoritmos Greedy</a:t>
            </a:r>
            <a:endParaRPr/>
          </a:p>
          <a:p>
            <a:pPr indent="0" lvl="0" marL="0" rtl="0" algn="l">
              <a:spcBef>
                <a:spcPts val="1600"/>
              </a:spcBef>
              <a:spcAft>
                <a:spcPts val="1600"/>
              </a:spcAft>
              <a:buClr>
                <a:schemeClr val="dk1"/>
              </a:buClr>
              <a:buSzPts val="1100"/>
              <a:buFont typeface="Arial"/>
              <a:buNone/>
            </a:pPr>
            <a:r>
              <a:rPr lang="es"/>
              <a:t>Backtracking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a practicar</a:t>
            </a:r>
            <a:endParaRPr/>
          </a:p>
        </p:txBody>
      </p:sp>
      <p:sp>
        <p:nvSpPr>
          <p:cNvPr id="79" name="Google Shape;79;p16"/>
          <p:cNvSpPr txBox="1"/>
          <p:nvPr>
            <p:ph idx="1" type="body"/>
          </p:nvPr>
        </p:nvSpPr>
        <p:spPr>
          <a:xfrm>
            <a:off x="311700" y="1171600"/>
            <a:ext cx="8520600" cy="36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División y Conquista (Avanzada)</a:t>
            </a:r>
            <a:endParaRPr/>
          </a:p>
          <a:p>
            <a:pPr indent="0" lvl="0" marL="0" rtl="0" algn="l">
              <a:spcBef>
                <a:spcPts val="1600"/>
              </a:spcBef>
              <a:spcAft>
                <a:spcPts val="1600"/>
              </a:spcAft>
              <a:buClr>
                <a:schemeClr val="dk1"/>
              </a:buClr>
              <a:buSzPts val="1100"/>
              <a:buFont typeface="Arial"/>
              <a:buNone/>
            </a:pPr>
            <a:r>
              <a:rPr lang="es"/>
              <a:t>Algoritmos Greedy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Recordatorio</a:t>
            </a:r>
            <a:endParaRPr/>
          </a:p>
        </p:txBody>
      </p:sp>
      <p:sp>
        <p:nvSpPr>
          <p:cNvPr id="85" name="Google Shape;85;p1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Están los cuestionarios (cortos) de estos temas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9" name="Shape 89"/>
        <p:cNvGrpSpPr/>
        <p:nvPr/>
      </p:nvGrpSpPr>
      <p:grpSpPr>
        <a:xfrm>
          <a:off x="0" y="0"/>
          <a:ext cx="0" cy="0"/>
          <a:chOff x="0" y="0"/>
          <a:chExt cx="0" cy="0"/>
        </a:xfrm>
      </p:grpSpPr>
      <p:sp>
        <p:nvSpPr>
          <p:cNvPr id="90" name="Google Shape;90;p1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División y Conquista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p:cNvPicPr preferRelativeResize="0"/>
          <p:nvPr/>
        </p:nvPicPr>
        <p:blipFill>
          <a:blip r:embed="rId3">
            <a:alphaModFix/>
          </a:blip>
          <a:stretch>
            <a:fillRect/>
          </a:stretch>
        </p:blipFill>
        <p:spPr>
          <a:xfrm>
            <a:off x="152400" y="152400"/>
            <a:ext cx="8839201" cy="69130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152400" y="152400"/>
            <a:ext cx="8839201" cy="691305"/>
          </a:xfrm>
          <a:prstGeom prst="rect">
            <a:avLst/>
          </a:prstGeom>
          <a:noFill/>
          <a:ln>
            <a:noFill/>
          </a:ln>
        </p:spPr>
      </p:pic>
      <p:sp>
        <p:nvSpPr>
          <p:cNvPr id="101" name="Google Shape;101;p20"/>
          <p:cNvSpPr txBox="1"/>
          <p:nvPr/>
        </p:nvSpPr>
        <p:spPr>
          <a:xfrm>
            <a:off x="635900" y="1136550"/>
            <a:ext cx="7638900" cy="36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Courier New"/>
                <a:ea typeface="Courier New"/>
                <a:cs typeface="Courier New"/>
                <a:sym typeface="Courier New"/>
              </a:rPr>
              <a:t>def potencia(b,n):</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if n == 0: return 1</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if n == 1: return b</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mitad = n // 2</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pot_mitad = potencia(b, mitad)</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imparidad = 1</a:t>
            </a:r>
            <a:endParaRPr sz="1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s" sz="1800">
                <a:solidFill>
                  <a:schemeClr val="dk1"/>
                </a:solidFill>
                <a:latin typeface="Courier New"/>
                <a:ea typeface="Courier New"/>
                <a:cs typeface="Courier New"/>
                <a:sym typeface="Courier New"/>
              </a:rPr>
              <a:t>    if n % 2 == 1:</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800">
                <a:solidFill>
                  <a:schemeClr val="dk1"/>
                </a:solidFill>
                <a:latin typeface="Courier New"/>
                <a:ea typeface="Courier New"/>
                <a:cs typeface="Courier New"/>
                <a:sym typeface="Courier New"/>
              </a:rPr>
              <a:t>        imparidad = b</a:t>
            </a:r>
            <a:endParaRPr sz="1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800">
                <a:solidFill>
                  <a:schemeClr val="dk1"/>
                </a:solidFill>
                <a:latin typeface="Courier New"/>
                <a:ea typeface="Courier New"/>
                <a:cs typeface="Courier New"/>
                <a:sym typeface="Courier New"/>
              </a:rPr>
              <a:t>    return pot_mitad * pot_mitad * imparidad</a:t>
            </a:r>
            <a:endParaRPr sz="18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107" name="Google Shape;107;p21"/>
          <p:cNvSpPr txBox="1"/>
          <p:nvPr>
            <p:ph idx="1" type="body"/>
          </p:nvPr>
        </p:nvSpPr>
        <p:spPr>
          <a:xfrm>
            <a:off x="311700" y="1095400"/>
            <a:ext cx="8520600" cy="39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T(n) = T(n/2) + O(???)</a:t>
            </a:r>
            <a:endParaRPr/>
          </a:p>
          <a:p>
            <a:pPr indent="0" lvl="0" marL="0" rtl="0" algn="l">
              <a:spcBef>
                <a:spcPts val="1600"/>
              </a:spcBef>
              <a:spcAft>
                <a:spcPts val="0"/>
              </a:spcAft>
              <a:buNone/>
            </a:pPr>
            <a:r>
              <a:rPr lang="es"/>
              <a:t>Si asumimos que se puede operar sin problemas con la base b, la multiplicación que involucra a b es constante, entonces:</a:t>
            </a:r>
            <a:br>
              <a:rPr lang="es"/>
            </a:br>
            <a:r>
              <a:rPr lang="es"/>
              <a:t>T(n) = T(n/2) + O(1). Es O(log n)</a:t>
            </a:r>
            <a:endParaRPr/>
          </a:p>
          <a:p>
            <a:pPr indent="0" lvl="0" marL="0" rtl="0" algn="l">
              <a:spcBef>
                <a:spcPts val="1600"/>
              </a:spcBef>
              <a:spcAft>
                <a:spcPts val="0"/>
              </a:spcAft>
              <a:buNone/>
            </a:pPr>
            <a:r>
              <a:rPr lang="es"/>
              <a:t>Caso contrario</a:t>
            </a:r>
            <a:endParaRPr/>
          </a:p>
          <a:p>
            <a:pPr indent="0" lvl="0" marL="0" rtl="0" algn="l">
              <a:spcBef>
                <a:spcPts val="1600"/>
              </a:spcBef>
              <a:spcAft>
                <a:spcPts val="0"/>
              </a:spcAft>
              <a:buNone/>
            </a:pPr>
            <a:r>
              <a:rPr lang="es"/>
              <a:t>T(n, b) = T(n/2, b) + O(multiplicar la base), con T(0, b) = O(multiplicar las base)</a:t>
            </a:r>
            <a:endParaRPr/>
          </a:p>
          <a:p>
            <a:pPr indent="0" lvl="0" marL="0" rtl="0" algn="l">
              <a:spcBef>
                <a:spcPts val="1600"/>
              </a:spcBef>
              <a:spcAft>
                <a:spcPts val="0"/>
              </a:spcAft>
              <a:buNone/>
            </a:pPr>
            <a:r>
              <a:rPr lang="es"/>
              <a:t>OJO: No se puede aplicar el TM porque el caso base no es constante. </a:t>
            </a:r>
            <a:endParaRPr/>
          </a:p>
          <a:p>
            <a:pPr indent="0" lvl="0" marL="0" rtl="0" algn="l">
              <a:spcBef>
                <a:spcPts val="1600"/>
              </a:spcBef>
              <a:spcAft>
                <a:spcPts val="1600"/>
              </a:spcAft>
              <a:buNone/>
            </a:pPr>
            <a:r>
              <a:rPr lang="es"/>
              <a:t>Si desarrollamos la ecuación de recurrencia, vamos a llegar a ver qué complejidad finalmente tiene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2"/>
          <p:cNvPicPr preferRelativeResize="0"/>
          <p:nvPr/>
        </p:nvPicPr>
        <p:blipFill>
          <a:blip r:embed="rId3">
            <a:alphaModFix/>
          </a:blip>
          <a:stretch>
            <a:fillRect/>
          </a:stretch>
        </p:blipFill>
        <p:spPr>
          <a:xfrm>
            <a:off x="152400" y="152400"/>
            <a:ext cx="8839197" cy="3748497"/>
          </a:xfrm>
          <a:prstGeom prst="rect">
            <a:avLst/>
          </a:prstGeom>
          <a:noFill/>
          <a:ln>
            <a:noFill/>
          </a:ln>
        </p:spPr>
      </p:pic>
      <p:sp>
        <p:nvSpPr>
          <p:cNvPr id="113" name="Google Shape;113;p22"/>
          <p:cNvSpPr txBox="1"/>
          <p:nvPr/>
        </p:nvSpPr>
        <p:spPr>
          <a:xfrm>
            <a:off x="803950" y="4253125"/>
            <a:ext cx="497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FF0000"/>
                </a:solidFill>
                <a:latin typeface="Proxima Nova"/>
                <a:ea typeface="Proxima Nova"/>
                <a:cs typeface="Proxima Nova"/>
                <a:sym typeface="Proxima Nova"/>
              </a:rPr>
              <a:t>(No lo resolvemos, ya lo hicieron para hoy)</a:t>
            </a:r>
            <a:endParaRPr sz="1800">
              <a:solidFill>
                <a:srgbClr val="FF0000"/>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3"/>
          <p:cNvPicPr preferRelativeResize="0"/>
          <p:nvPr/>
        </p:nvPicPr>
        <p:blipFill>
          <a:blip r:embed="rId3">
            <a:alphaModFix/>
          </a:blip>
          <a:stretch>
            <a:fillRect/>
          </a:stretch>
        </p:blipFill>
        <p:spPr>
          <a:xfrm>
            <a:off x="152400" y="152400"/>
            <a:ext cx="8839201" cy="406957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4"/>
          <p:cNvPicPr preferRelativeResize="0"/>
          <p:nvPr/>
        </p:nvPicPr>
        <p:blipFill>
          <a:blip r:embed="rId3">
            <a:alphaModFix/>
          </a:blip>
          <a:stretch>
            <a:fillRect/>
          </a:stretch>
        </p:blipFill>
        <p:spPr>
          <a:xfrm>
            <a:off x="152400" y="1066800"/>
            <a:ext cx="8839203" cy="676991"/>
          </a:xfrm>
          <a:prstGeom prst="rect">
            <a:avLst/>
          </a:prstGeom>
          <a:noFill/>
          <a:ln>
            <a:noFill/>
          </a:ln>
        </p:spPr>
      </p:pic>
      <p:pic>
        <p:nvPicPr>
          <p:cNvPr id="124" name="Google Shape;124;p24"/>
          <p:cNvPicPr preferRelativeResize="0"/>
          <p:nvPr/>
        </p:nvPicPr>
        <p:blipFill>
          <a:blip r:embed="rId4">
            <a:alphaModFix/>
          </a:blip>
          <a:stretch>
            <a:fillRect/>
          </a:stretch>
        </p:blipFill>
        <p:spPr>
          <a:xfrm>
            <a:off x="1210900" y="1743791"/>
            <a:ext cx="6722199" cy="30949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152400" y="152400"/>
            <a:ext cx="3200400" cy="4791075"/>
          </a:xfrm>
          <a:prstGeom prst="rect">
            <a:avLst/>
          </a:prstGeom>
          <a:noFill/>
          <a:ln>
            <a:noFill/>
          </a:ln>
        </p:spPr>
      </p:pic>
      <p:pic>
        <p:nvPicPr>
          <p:cNvPr id="130" name="Google Shape;130;p25"/>
          <p:cNvPicPr preferRelativeResize="0"/>
          <p:nvPr/>
        </p:nvPicPr>
        <p:blipFill>
          <a:blip r:embed="rId4">
            <a:alphaModFix/>
          </a:blip>
          <a:stretch>
            <a:fillRect/>
          </a:stretch>
        </p:blipFill>
        <p:spPr>
          <a:xfrm>
            <a:off x="3887025" y="1052513"/>
            <a:ext cx="4876800" cy="2990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idx="1" type="body"/>
          </p:nvPr>
        </p:nvSpPr>
        <p:spPr>
          <a:xfrm>
            <a:off x="6900" y="152400"/>
            <a:ext cx="9087600" cy="476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def mas_de_la_mitad_rec(arr):</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if len(arr) == 1:</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return arr[0]</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l = []</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for i in range(0, len(arr)-1, 2):</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if arr[i] == arr[i+1]:</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l.append(arr[i])</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candidato = mas_de_la_mitad_rec(l) if l != [] else None</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if candidato is not None and arr.count(candidato) &gt; len(arr) // 2:</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return candidato</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if len(arr) % 2 != 0 and arr.count(arr[-1]) &gt; len(arr) // 2:</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return arr[-1]</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return None</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def mas_de_la_mitad(arr):</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candidato = mas_de_la_mitad_rec(arr)</a:t>
            </a:r>
            <a:endParaRPr sz="1300">
              <a:solidFill>
                <a:srgbClr val="1D1C1D"/>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s" sz="1300">
                <a:solidFill>
                  <a:srgbClr val="1D1C1D"/>
                </a:solidFill>
                <a:latin typeface="Consolas"/>
                <a:ea typeface="Consolas"/>
                <a:cs typeface="Consolas"/>
                <a:sym typeface="Consolas"/>
              </a:rPr>
              <a:t>    return False if candidato is None or arr.count(candidato) &lt;= len(arr) // 2 else True</a:t>
            </a:r>
            <a:endParaRPr>
              <a:latin typeface="Consolas"/>
              <a:ea typeface="Consolas"/>
              <a:cs typeface="Consolas"/>
              <a:sym typeface="Consolas"/>
            </a:endParaRPr>
          </a:p>
          <a:p>
            <a:pPr indent="0" lvl="0" marL="0" rtl="0" algn="l">
              <a:spcBef>
                <a:spcPts val="0"/>
              </a:spcBef>
              <a:spcAft>
                <a:spcPts val="0"/>
              </a:spcAft>
              <a:buNone/>
            </a:pPr>
            <a:r>
              <a:t/>
            </a:r>
            <a:endParaRPr sz="14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13</a:t>
            </a:r>
            <a:endParaRPr/>
          </a:p>
        </p:txBody>
      </p:sp>
      <p:pic>
        <p:nvPicPr>
          <p:cNvPr id="141" name="Google Shape;141;p27" title="Screenshot 2025-03-28 at 11.08.26 AM.png"/>
          <p:cNvPicPr preferRelativeResize="0"/>
          <p:nvPr/>
        </p:nvPicPr>
        <p:blipFill>
          <a:blip r:embed="rId3">
            <a:alphaModFix/>
          </a:blip>
          <a:stretch>
            <a:fillRect/>
          </a:stretch>
        </p:blipFill>
        <p:spPr>
          <a:xfrm>
            <a:off x="152400" y="1210625"/>
            <a:ext cx="8839199" cy="2443356"/>
          </a:xfrm>
          <a:prstGeom prst="rect">
            <a:avLst/>
          </a:prstGeom>
          <a:noFill/>
          <a:ln>
            <a:noFill/>
          </a:ln>
        </p:spPr>
      </p:pic>
      <p:sp>
        <p:nvSpPr>
          <p:cNvPr id="142" name="Google Shape;142;p27"/>
          <p:cNvSpPr txBox="1"/>
          <p:nvPr/>
        </p:nvSpPr>
        <p:spPr>
          <a:xfrm>
            <a:off x="1262100" y="3812250"/>
            <a:ext cx="4408800" cy="7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Proxima Nova"/>
                <a:ea typeface="Proxima Nova"/>
                <a:cs typeface="Proxima Nova"/>
                <a:sym typeface="Proxima Nova"/>
              </a:rPr>
              <a:t>2025C2: </a:t>
            </a:r>
            <a:r>
              <a:rPr b="1" lang="es" sz="1800">
                <a:solidFill>
                  <a:schemeClr val="dk1"/>
                </a:solidFill>
                <a:latin typeface="Proxima Nova"/>
                <a:ea typeface="Proxima Nova"/>
                <a:cs typeface="Proxima Nova"/>
                <a:sym typeface="Proxima Nova"/>
              </a:rPr>
              <a:t>new</a:t>
            </a:r>
            <a:r>
              <a:rPr lang="es" sz="1800">
                <a:solidFill>
                  <a:schemeClr val="dk1"/>
                </a:solidFill>
                <a:latin typeface="Proxima Nova"/>
                <a:ea typeface="Proxima Nova"/>
                <a:cs typeface="Proxima Nova"/>
                <a:sym typeface="Proxima Nova"/>
              </a:rPr>
              <a:t> Ejercicio resuelto en la guía</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Analicemos</a:t>
            </a:r>
            <a:endParaRPr/>
          </a:p>
        </p:txBody>
      </p:sp>
      <p:sp>
        <p:nvSpPr>
          <p:cNvPr id="148" name="Google Shape;148;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t>
            </a:r>
            <a:r>
              <a:rPr lang="es"/>
              <a:t>ónde puede estar nuestro subarreglo? ¿Cuáles son nuestras opciones?</a:t>
            </a:r>
            <a:endParaRPr/>
          </a:p>
          <a:p>
            <a:pPr indent="0" lvl="0" marL="0" rtl="0" algn="l">
              <a:spcBef>
                <a:spcPts val="1600"/>
              </a:spcBef>
              <a:spcAft>
                <a:spcPts val="0"/>
              </a:spcAft>
              <a:buNone/>
            </a:pPr>
            <a:r>
              <a:rPr lang="es"/>
              <a:t>¿Cuál es nuestro caso base?</a:t>
            </a:r>
            <a:endParaRPr/>
          </a:p>
          <a:p>
            <a:pPr indent="0" lvl="0" marL="0" rtl="0" algn="l">
              <a:spcBef>
                <a:spcPts val="1600"/>
              </a:spcBef>
              <a:spcAft>
                <a:spcPts val="0"/>
              </a:spcAft>
              <a:buNone/>
            </a:pPr>
            <a:r>
              <a:rPr lang="es"/>
              <a:t>Opciones obvias: </a:t>
            </a:r>
            <a:endParaRPr/>
          </a:p>
          <a:p>
            <a:pPr indent="-342900" lvl="0" marL="457200" rtl="0" algn="l">
              <a:spcBef>
                <a:spcPts val="1600"/>
              </a:spcBef>
              <a:spcAft>
                <a:spcPts val="0"/>
              </a:spcAft>
              <a:buSzPts val="1800"/>
              <a:buAutoNum type="arabicPeriod"/>
            </a:pPr>
            <a:r>
              <a:rPr lang="es"/>
              <a:t>Está del lado izquierdo</a:t>
            </a:r>
            <a:endParaRPr/>
          </a:p>
          <a:p>
            <a:pPr indent="-342900" lvl="0" marL="457200" rtl="0" algn="l">
              <a:spcBef>
                <a:spcPts val="0"/>
              </a:spcBef>
              <a:spcAft>
                <a:spcPts val="0"/>
              </a:spcAft>
              <a:buSzPts val="1800"/>
              <a:buAutoNum type="arabicPeriod"/>
            </a:pPr>
            <a:r>
              <a:rPr lang="es"/>
              <a:t>Está del lado derecho</a:t>
            </a:r>
            <a:endParaRPr/>
          </a:p>
          <a:p>
            <a:pPr indent="0" lvl="0" marL="0" rtl="0" algn="l">
              <a:spcBef>
                <a:spcPts val="1600"/>
              </a:spcBef>
              <a:spcAft>
                <a:spcPts val="1600"/>
              </a:spcAft>
              <a:buNone/>
            </a:pPr>
            <a:r>
              <a:rPr lang="es"/>
              <a:t>¿Cómo combinamos la existencia de un caso base con esto? ¿Qué más nos falta?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Analicemos</a:t>
            </a:r>
            <a:endParaRPr/>
          </a:p>
        </p:txBody>
      </p:sp>
      <p:sp>
        <p:nvSpPr>
          <p:cNvPr id="154" name="Google Shape;154;p2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¿Dónde puede estar nuestro subarreglo? ¿Cuáles son nuestras opciones?</a:t>
            </a:r>
            <a:endParaRPr/>
          </a:p>
          <a:p>
            <a:pPr indent="0" lvl="0" marL="0" rtl="0" algn="l">
              <a:spcBef>
                <a:spcPts val="1600"/>
              </a:spcBef>
              <a:spcAft>
                <a:spcPts val="0"/>
              </a:spcAft>
              <a:buNone/>
            </a:pPr>
            <a:r>
              <a:rPr lang="es"/>
              <a:t>¿Cu</a:t>
            </a:r>
            <a:r>
              <a:rPr lang="es"/>
              <a:t>ántas combinaciones de subarreglos contiguos hay en un arreglo de largo n?</a:t>
            </a:r>
            <a:endParaRPr/>
          </a:p>
          <a:p>
            <a:pPr indent="0" lvl="0" marL="0" rtl="0" algn="l">
              <a:spcBef>
                <a:spcPts val="1600"/>
              </a:spcBef>
              <a:spcAft>
                <a:spcPts val="1600"/>
              </a:spcAft>
              <a:buNone/>
            </a:pPr>
            <a:r>
              <a:t/>
            </a:r>
            <a:endParaRPr/>
          </a:p>
        </p:txBody>
      </p:sp>
      <p:sp>
        <p:nvSpPr>
          <p:cNvPr id="155" name="Google Shape;155;p29"/>
          <p:cNvSpPr txBox="1"/>
          <p:nvPr/>
        </p:nvSpPr>
        <p:spPr>
          <a:xfrm>
            <a:off x="2484625" y="3083725"/>
            <a:ext cx="2327100" cy="10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pic>
        <p:nvPicPr>
          <p:cNvPr id="156" name="Google Shape;156;p29"/>
          <p:cNvPicPr preferRelativeResize="0"/>
          <p:nvPr/>
        </p:nvPicPr>
        <p:blipFill>
          <a:blip r:embed="rId3">
            <a:alphaModFix/>
          </a:blip>
          <a:stretch>
            <a:fillRect/>
          </a:stretch>
        </p:blipFill>
        <p:spPr>
          <a:xfrm>
            <a:off x="2592033" y="2707508"/>
            <a:ext cx="3168550" cy="1468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Caso Base</a:t>
            </a:r>
            <a:endParaRPr/>
          </a:p>
        </p:txBody>
      </p:sp>
      <p:sp>
        <p:nvSpPr>
          <p:cNvPr id="162" name="Google Shape;162;p30"/>
          <p:cNvSpPr txBox="1"/>
          <p:nvPr>
            <p:ph idx="1" type="body"/>
          </p:nvPr>
        </p:nvSpPr>
        <p:spPr>
          <a:xfrm>
            <a:off x="311700" y="13147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t>
            </a:r>
            <a:r>
              <a:rPr lang="es"/>
              <a:t>Cuál es el caso en el que se sabe con total seguridad el subarreglo de suma máxima sin importar los valores del mismo?</a:t>
            </a:r>
            <a:endParaRPr/>
          </a:p>
          <a:p>
            <a:pPr indent="-342900" lvl="0" marL="457200" rtl="0" algn="l">
              <a:spcBef>
                <a:spcPts val="1600"/>
              </a:spcBef>
              <a:spcAft>
                <a:spcPts val="0"/>
              </a:spcAft>
              <a:buSzPts val="1800"/>
              <a:buChar char="●"/>
            </a:pPr>
            <a:r>
              <a:rPr lang="es"/>
              <a:t>Arreglo de un solo elemento</a:t>
            </a:r>
            <a:endParaRPr/>
          </a:p>
          <a:p>
            <a:pPr indent="0" lvl="0" marL="0" rtl="0" algn="l">
              <a:spcBef>
                <a:spcPts val="1600"/>
              </a:spcBef>
              <a:spcAft>
                <a:spcPts val="0"/>
              </a:spcAft>
              <a:buNone/>
            </a:pPr>
            <a:r>
              <a:rPr lang="es"/>
              <a:t>¿Y si son dos elementos?</a:t>
            </a:r>
            <a:endParaRPr/>
          </a:p>
          <a:p>
            <a:pPr indent="-342900" lvl="0" marL="457200" rtl="0" algn="l">
              <a:spcBef>
                <a:spcPts val="1600"/>
              </a:spcBef>
              <a:spcAft>
                <a:spcPts val="0"/>
              </a:spcAft>
              <a:buSzPts val="1800"/>
              <a:buChar char="●"/>
            </a:pPr>
            <a:r>
              <a:rPr lang="es"/>
              <a:t>Puede convenir tomar uno solo o ambos dependiendo del caso </a:t>
            </a:r>
            <a:endParaRPr/>
          </a:p>
          <a:p>
            <a:pPr indent="0" lvl="0" marL="0" rtl="0" algn="l">
              <a:spcBef>
                <a:spcPts val="1600"/>
              </a:spcBef>
              <a:spcAft>
                <a:spcPts val="0"/>
              </a:spcAft>
              <a:buNone/>
            </a:pPr>
            <a:r>
              <a:rPr lang="es"/>
              <a:t>¿Y si son más?</a:t>
            </a:r>
            <a:endParaRPr/>
          </a:p>
          <a:p>
            <a:pPr indent="-342900" lvl="0" marL="457200" rtl="0" algn="l">
              <a:spcBef>
                <a:spcPts val="1600"/>
              </a:spcBef>
              <a:spcAft>
                <a:spcPts val="0"/>
              </a:spcAft>
              <a:buSzPts val="1800"/>
              <a:buChar char="●"/>
            </a:pPr>
            <a:r>
              <a:rPr lang="es"/>
              <a:t>Se complica…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t>
            </a:r>
            <a:r>
              <a:rPr lang="es"/>
              <a:t>Cómo</a:t>
            </a:r>
            <a:r>
              <a:rPr lang="es"/>
              <a:t> dividimos?</a:t>
            </a:r>
            <a:endParaRPr/>
          </a:p>
        </p:txBody>
      </p:sp>
      <p:sp>
        <p:nvSpPr>
          <p:cNvPr id="168" name="Google Shape;168;p31"/>
          <p:cNvSpPr txBox="1"/>
          <p:nvPr>
            <p:ph idx="1" type="body"/>
          </p:nvPr>
        </p:nvSpPr>
        <p:spPr>
          <a:xfrm>
            <a:off x="311700" y="13147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Teniendo</a:t>
            </a:r>
            <a:r>
              <a:rPr lang="es"/>
              <a:t> el caso base, ¿cuáles son los subarreglos candidatos en cada llamada?</a:t>
            </a:r>
            <a:endParaRPr/>
          </a:p>
          <a:p>
            <a:pPr indent="-342900" lvl="0" marL="457200" rtl="0" algn="l">
              <a:spcBef>
                <a:spcPts val="1600"/>
              </a:spcBef>
              <a:spcAft>
                <a:spcPts val="0"/>
              </a:spcAft>
              <a:buSzPts val="1800"/>
              <a:buChar char="●"/>
            </a:pPr>
            <a:r>
              <a:rPr lang="es"/>
              <a:t>A priori:</a:t>
            </a:r>
            <a:endParaRPr/>
          </a:p>
          <a:p>
            <a:pPr indent="-330200" lvl="1" marL="914400" rtl="0" algn="l">
              <a:spcBef>
                <a:spcPts val="0"/>
              </a:spcBef>
              <a:spcAft>
                <a:spcPts val="0"/>
              </a:spcAft>
              <a:buSzPts val="1600"/>
              <a:buChar char="○"/>
            </a:pPr>
            <a:r>
              <a:rPr lang="es" sz="1600"/>
              <a:t>Lo mejor está a la izquierda, por lo que no usa elementos de la derecha</a:t>
            </a:r>
            <a:endParaRPr sz="1600"/>
          </a:p>
          <a:p>
            <a:pPr indent="-330200" lvl="1" marL="914400" rtl="0" algn="l">
              <a:spcBef>
                <a:spcPts val="0"/>
              </a:spcBef>
              <a:spcAft>
                <a:spcPts val="0"/>
              </a:spcAft>
              <a:buSzPts val="1600"/>
              <a:buChar char="○"/>
            </a:pPr>
            <a:r>
              <a:rPr lang="es" sz="1600"/>
              <a:t>Lo mejor está a la derecha, por lo que no usa elementos de la izquierda</a:t>
            </a:r>
            <a:endParaRPr sz="1600"/>
          </a:p>
          <a:p>
            <a:pPr indent="-342900" lvl="0" marL="457200" rtl="0" algn="l">
              <a:spcBef>
                <a:spcPts val="0"/>
              </a:spcBef>
              <a:spcAft>
                <a:spcPts val="0"/>
              </a:spcAft>
              <a:buSzPts val="1800"/>
              <a:buChar char="●"/>
            </a:pPr>
            <a:r>
              <a:rPr lang="es"/>
              <a:t>Con esto estaríamos, ¿O no?</a:t>
            </a:r>
            <a:endParaRPr/>
          </a:p>
          <a:p>
            <a:pPr indent="-330200" lvl="1" marL="914400" rtl="0" algn="l">
              <a:spcBef>
                <a:spcPts val="0"/>
              </a:spcBef>
              <a:spcAft>
                <a:spcPts val="0"/>
              </a:spcAft>
              <a:buSzPts val="1600"/>
              <a:buChar char="○"/>
            </a:pPr>
            <a:r>
              <a:rPr lang="es" sz="1600"/>
              <a:t>NO!</a:t>
            </a:r>
            <a:endParaRPr sz="1600"/>
          </a:p>
          <a:p>
            <a:pPr indent="-330200" lvl="1" marL="914400" rtl="0" algn="l">
              <a:spcBef>
                <a:spcPts val="0"/>
              </a:spcBef>
              <a:spcAft>
                <a:spcPts val="0"/>
              </a:spcAft>
              <a:buSzPts val="1600"/>
              <a:buChar char="○"/>
            </a:pPr>
            <a:r>
              <a:rPr lang="es" sz="1600"/>
              <a:t>Lo mejor podría incluir elementos tanto de la parte derecha como de la izquierda</a:t>
            </a:r>
            <a:endParaRPr sz="1600"/>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Sencillo</a:t>
            </a:r>
            <a:endParaRPr/>
          </a:p>
        </p:txBody>
      </p:sp>
      <p:sp>
        <p:nvSpPr>
          <p:cNvPr id="174" name="Google Shape;174;p32"/>
          <p:cNvSpPr txBox="1"/>
          <p:nvPr>
            <p:ph idx="1" type="body"/>
          </p:nvPr>
        </p:nvSpPr>
        <p:spPr>
          <a:xfrm>
            <a:off x="311700" y="13147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En una llamada recursiva tenemos [1,2] a izquierda y [3,-5,10] a derecha</a:t>
            </a:r>
            <a:endParaRPr/>
          </a:p>
          <a:p>
            <a:pPr indent="-342900" lvl="0" marL="457200" rtl="0" algn="l">
              <a:spcBef>
                <a:spcPts val="0"/>
              </a:spcBef>
              <a:spcAft>
                <a:spcPts val="0"/>
              </a:spcAft>
              <a:buSzPts val="1800"/>
              <a:buChar char="●"/>
            </a:pPr>
            <a:r>
              <a:rPr lang="es"/>
              <a:t>¿Cuál es el mejor subarreglo a derecha?</a:t>
            </a:r>
            <a:endParaRPr/>
          </a:p>
          <a:p>
            <a:pPr indent="-330200" lvl="1" marL="914400" rtl="0" algn="l">
              <a:spcBef>
                <a:spcPts val="0"/>
              </a:spcBef>
              <a:spcAft>
                <a:spcPts val="0"/>
              </a:spcAft>
              <a:buSzPts val="1600"/>
              <a:buChar char="○"/>
            </a:pPr>
            <a:r>
              <a:rPr lang="es" sz="1600"/>
              <a:t>[1,2]</a:t>
            </a:r>
            <a:endParaRPr sz="1600"/>
          </a:p>
          <a:p>
            <a:pPr indent="-342900" lvl="0" marL="457200" rtl="0" algn="l">
              <a:spcBef>
                <a:spcPts val="0"/>
              </a:spcBef>
              <a:spcAft>
                <a:spcPts val="0"/>
              </a:spcAft>
              <a:buSzPts val="1800"/>
              <a:buChar char="●"/>
            </a:pPr>
            <a:r>
              <a:rPr lang="es"/>
              <a:t>¿Cuál es el mejor subarreglo a izquierda?</a:t>
            </a:r>
            <a:endParaRPr/>
          </a:p>
          <a:p>
            <a:pPr indent="-330200" lvl="1" marL="914400" rtl="0" algn="l">
              <a:spcBef>
                <a:spcPts val="0"/>
              </a:spcBef>
              <a:spcAft>
                <a:spcPts val="0"/>
              </a:spcAft>
              <a:buSzPts val="1600"/>
              <a:buChar char="○"/>
            </a:pPr>
            <a:r>
              <a:rPr lang="es" sz="1600"/>
              <a:t>[10]</a:t>
            </a:r>
            <a:endParaRPr sz="1600"/>
          </a:p>
          <a:p>
            <a:pPr indent="-342900" lvl="0" marL="457200" rtl="0" algn="l">
              <a:spcBef>
                <a:spcPts val="0"/>
              </a:spcBef>
              <a:spcAft>
                <a:spcPts val="0"/>
              </a:spcAft>
              <a:buSzPts val="1800"/>
              <a:buChar char="●"/>
            </a:pPr>
            <a:r>
              <a:rPr lang="es"/>
              <a:t>¿Cuál es el mejor subarreglo de la llamada? (Es decir de [1,2,3,-5,10])</a:t>
            </a:r>
            <a:endParaRPr/>
          </a:p>
          <a:p>
            <a:pPr indent="-330200" lvl="1" marL="914400" rtl="0" algn="l">
              <a:spcBef>
                <a:spcPts val="0"/>
              </a:spcBef>
              <a:spcAft>
                <a:spcPts val="0"/>
              </a:spcAft>
              <a:buSzPts val="1600"/>
              <a:buChar char="○"/>
            </a:pPr>
            <a:r>
              <a:rPr lang="es" sz="1600"/>
              <a:t>[1,2,3,-5,10]</a:t>
            </a:r>
            <a:endParaRPr sz="1600"/>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 ahora</a:t>
            </a:r>
            <a:r>
              <a:rPr lang="es"/>
              <a:t>?</a:t>
            </a:r>
            <a:endParaRPr/>
          </a:p>
        </p:txBody>
      </p:sp>
      <p:sp>
        <p:nvSpPr>
          <p:cNvPr id="180" name="Google Shape;180;p33"/>
          <p:cNvSpPr txBox="1"/>
          <p:nvPr>
            <p:ph idx="1" type="body"/>
          </p:nvPr>
        </p:nvSpPr>
        <p:spPr>
          <a:xfrm>
            <a:off x="311700" y="13147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t>
            </a:r>
            <a:r>
              <a:rPr lang="es"/>
              <a:t>ómo obtenemos el mejor candidato en el medio del arreglo?</a:t>
            </a:r>
            <a:endParaRPr/>
          </a:p>
          <a:p>
            <a:pPr indent="-342900" lvl="0" marL="457200" rtl="0" algn="l">
              <a:spcBef>
                <a:spcPts val="1600"/>
              </a:spcBef>
              <a:spcAft>
                <a:spcPts val="0"/>
              </a:spcAft>
              <a:buSzPts val="1800"/>
              <a:buChar char="●"/>
            </a:pPr>
            <a:r>
              <a:rPr lang="es"/>
              <a:t>Uso TODOS los elementos del lado derecho e izquierdo</a:t>
            </a:r>
            <a:endParaRPr/>
          </a:p>
          <a:p>
            <a:pPr indent="-342900" lvl="0" marL="457200" rtl="0" algn="l">
              <a:spcBef>
                <a:spcPts val="0"/>
              </a:spcBef>
              <a:spcAft>
                <a:spcPts val="0"/>
              </a:spcAft>
              <a:buSzPts val="1800"/>
              <a:buChar char="●"/>
            </a:pPr>
            <a:r>
              <a:rPr lang="es"/>
              <a:t>Buscamos formar el </a:t>
            </a:r>
            <a:r>
              <a:rPr b="1" lang="es"/>
              <a:t>máximo subarreglo cruzado</a:t>
            </a:r>
            <a:endParaRPr b="1"/>
          </a:p>
          <a:p>
            <a:pPr indent="-342900" lvl="0" marL="457200" rtl="0" algn="l">
              <a:spcBef>
                <a:spcPts val="0"/>
              </a:spcBef>
              <a:spcAft>
                <a:spcPts val="0"/>
              </a:spcAft>
              <a:buSzPts val="1800"/>
              <a:buChar char="●"/>
            </a:pPr>
            <a:r>
              <a:rPr lang="es"/>
              <a:t>Para eso debemos iterar el lado izquierdo desde el elemento de mayor </a:t>
            </a:r>
            <a:r>
              <a:rPr lang="es"/>
              <a:t>índice</a:t>
            </a:r>
            <a:r>
              <a:rPr lang="es"/>
              <a:t> al de menor </a:t>
            </a:r>
            <a:r>
              <a:rPr lang="es"/>
              <a:t>índice</a:t>
            </a:r>
            <a:r>
              <a:rPr lang="es"/>
              <a:t> decidiendo si conviene o no agregar ese elemento</a:t>
            </a:r>
            <a:endParaRPr/>
          </a:p>
          <a:p>
            <a:pPr indent="-342900" lvl="0" marL="457200" rtl="0" algn="l">
              <a:spcBef>
                <a:spcPts val="0"/>
              </a:spcBef>
              <a:spcAft>
                <a:spcPts val="0"/>
              </a:spcAft>
              <a:buSzPts val="1800"/>
              <a:buChar char="●"/>
            </a:pPr>
            <a:r>
              <a:rPr lang="es"/>
              <a:t>Se hace lo mismo con la parte derecha pero del índice menor al mayor</a:t>
            </a:r>
            <a:endParaRPr/>
          </a:p>
          <a:p>
            <a:pPr indent="-342900" lvl="0" marL="457200" rtl="0" algn="l">
              <a:spcBef>
                <a:spcPts val="0"/>
              </a:spcBef>
              <a:spcAft>
                <a:spcPts val="0"/>
              </a:spcAft>
              <a:buSzPts val="1800"/>
              <a:buChar char="●"/>
            </a:pPr>
            <a:r>
              <a:rPr lang="es"/>
              <a:t>De esa manera buscamos maximizar el subarreglo cruzado, teniendo en cuenta que debe ser contiguo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81" name="Google Shape;181;p33"/>
          <p:cNvPicPr preferRelativeResize="0"/>
          <p:nvPr/>
        </p:nvPicPr>
        <p:blipFill>
          <a:blip r:embed="rId3">
            <a:alphaModFix/>
          </a:blip>
          <a:stretch>
            <a:fillRect/>
          </a:stretch>
        </p:blipFill>
        <p:spPr>
          <a:xfrm>
            <a:off x="4656600" y="3924250"/>
            <a:ext cx="3889275" cy="97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Soluci</a:t>
            </a:r>
            <a:r>
              <a:rPr lang="es"/>
              <a:t>ón en PseudoProsa</a:t>
            </a:r>
            <a:endParaRPr/>
          </a:p>
        </p:txBody>
      </p:sp>
      <p:sp>
        <p:nvSpPr>
          <p:cNvPr id="187" name="Google Shape;187;p34"/>
          <p:cNvSpPr txBox="1"/>
          <p:nvPr>
            <p:ph idx="1" type="body"/>
          </p:nvPr>
        </p:nvSpPr>
        <p:spPr>
          <a:xfrm>
            <a:off x="383300" y="1058225"/>
            <a:ext cx="9321300" cy="40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def subarreglo_maxima_suma(arr): 	</a:t>
            </a:r>
            <a:endParaRPr/>
          </a:p>
          <a:p>
            <a:pPr indent="457200" lvl="0" marL="0" rtl="0" algn="l">
              <a:spcBef>
                <a:spcPts val="1600"/>
              </a:spcBef>
              <a:spcAft>
                <a:spcPts val="0"/>
              </a:spcAft>
              <a:buNone/>
            </a:pPr>
            <a:r>
              <a:rPr lang="es"/>
              <a:t>// Caso Base 	</a:t>
            </a:r>
            <a:br>
              <a:rPr lang="es"/>
            </a:br>
            <a:r>
              <a:rPr lang="es"/>
              <a:t>	// Si el arreglo es de tamaño 1, se devuelve el arreglo entero y su valor 	 	</a:t>
            </a:r>
            <a:endParaRPr/>
          </a:p>
          <a:p>
            <a:pPr indent="457200" lvl="0" marL="0" rtl="0" algn="l">
              <a:spcBef>
                <a:spcPts val="1600"/>
              </a:spcBef>
              <a:spcAft>
                <a:spcPts val="1600"/>
              </a:spcAft>
              <a:buNone/>
            </a:pPr>
            <a:r>
              <a:rPr lang="es"/>
              <a:t>// Izq -&gt; Lado izquierdo del arreglo 	</a:t>
            </a:r>
            <a:br>
              <a:rPr lang="es"/>
            </a:br>
            <a:r>
              <a:rPr lang="es"/>
              <a:t>	// Der -&gt; Lado derecho del arreglo 	 	</a:t>
            </a:r>
            <a:br>
              <a:rPr lang="es"/>
            </a:br>
            <a:br>
              <a:rPr lang="es"/>
            </a:br>
            <a:r>
              <a:rPr lang="es"/>
              <a:t>	// Candidato Izq,valor -&gt; Llamo recursivamente con Izq 	</a:t>
            </a:r>
            <a:br>
              <a:rPr lang="es"/>
            </a:br>
            <a:r>
              <a:rPr lang="es"/>
              <a:t>	// Candidato Der,valor -&gt; Llamo recursivamente con Der 	 	</a:t>
            </a:r>
            <a:br>
              <a:rPr lang="es"/>
            </a:br>
            <a:r>
              <a:rPr lang="es"/>
              <a:t>	// Subarreglo Cruzado,valor -&gt; Calculo el subarreglo cruzado con Izq y Der 	 	</a:t>
            </a:r>
            <a:br>
              <a:rPr lang="es"/>
            </a:br>
            <a:br>
              <a:rPr lang="es"/>
            </a:br>
            <a:r>
              <a:rPr lang="es"/>
              <a:t>	// Comparo cual es el mayor y lo devuelvo junto con su valor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193" name="Google Shape;193;p35"/>
          <p:cNvSpPr txBox="1"/>
          <p:nvPr>
            <p:ph idx="1" type="body"/>
          </p:nvPr>
        </p:nvSpPr>
        <p:spPr>
          <a:xfrm>
            <a:off x="383300" y="1058225"/>
            <a:ext cx="9321300" cy="4085400"/>
          </a:xfrm>
          <a:prstGeom prst="rect">
            <a:avLst/>
          </a:prstGeom>
        </p:spPr>
        <p:txBody>
          <a:bodyPr anchorCtr="0" anchor="t" bIns="91425" lIns="91425" spcFirstLastPara="1" rIns="91425" wrap="square" tIns="91425">
            <a:noAutofit/>
          </a:bodyPr>
          <a:lstStyle/>
          <a:p>
            <a:pPr indent="-342900" lvl="0" marL="457200" rtl="0" algn="l">
              <a:spcBef>
                <a:spcPts val="1500"/>
              </a:spcBef>
              <a:spcAft>
                <a:spcPts val="0"/>
              </a:spcAft>
              <a:buSzPts val="1800"/>
              <a:buChar char="●"/>
            </a:pPr>
            <a:r>
              <a:rPr lang="es"/>
              <a:t>Ecuaci</a:t>
            </a:r>
            <a:r>
              <a:rPr lang="es"/>
              <a:t>ón de Recurrencia</a:t>
            </a:r>
            <a:endParaRPr/>
          </a:p>
          <a:p>
            <a:pPr indent="-330200" lvl="1" marL="914400" rtl="0" algn="l">
              <a:spcBef>
                <a:spcPts val="0"/>
              </a:spcBef>
              <a:spcAft>
                <a:spcPts val="0"/>
              </a:spcAft>
              <a:buSzPts val="1600"/>
              <a:buChar char="○"/>
            </a:pPr>
            <a:r>
              <a:rPr lang="es" sz="1600"/>
              <a:t>Dos llamadas recursivas</a:t>
            </a:r>
            <a:endParaRPr sz="1600"/>
          </a:p>
          <a:p>
            <a:pPr indent="-330200" lvl="1" marL="914400" rtl="0" algn="l">
              <a:spcBef>
                <a:spcPts val="0"/>
              </a:spcBef>
              <a:spcAft>
                <a:spcPts val="0"/>
              </a:spcAft>
              <a:buSzPts val="1600"/>
              <a:buChar char="○"/>
            </a:pPr>
            <a:r>
              <a:rPr lang="es" sz="1600"/>
              <a:t>Divido el arreglo en 2</a:t>
            </a:r>
            <a:endParaRPr sz="1600"/>
          </a:p>
          <a:p>
            <a:pPr indent="-330200" lvl="1" marL="914400" rtl="0" algn="l">
              <a:spcBef>
                <a:spcPts val="0"/>
              </a:spcBef>
              <a:spcAft>
                <a:spcPts val="0"/>
              </a:spcAft>
              <a:buSzPts val="1600"/>
              <a:buChar char="○"/>
            </a:pPr>
            <a:r>
              <a:rPr lang="es" sz="1600"/>
              <a:t>Obtener el arreglo cruzado, ¿</a:t>
            </a:r>
            <a:r>
              <a:rPr lang="es" sz="1600"/>
              <a:t>Cuánto</a:t>
            </a:r>
            <a:r>
              <a:rPr lang="es" sz="1600"/>
              <a:t> cuesta?</a:t>
            </a:r>
            <a:endParaRPr sz="1600"/>
          </a:p>
          <a:p>
            <a:pPr indent="-330200" lvl="2" marL="1371600" rtl="0" algn="l">
              <a:spcBef>
                <a:spcPts val="0"/>
              </a:spcBef>
              <a:spcAft>
                <a:spcPts val="0"/>
              </a:spcAft>
              <a:buSzPts val="1600"/>
              <a:buChar char="■"/>
            </a:pPr>
            <a:r>
              <a:rPr lang="es" sz="1600"/>
              <a:t>O(n)</a:t>
            </a:r>
            <a:endParaRPr sz="1600"/>
          </a:p>
          <a:p>
            <a:pPr indent="0" lvl="0" marL="0" rtl="0" algn="l">
              <a:spcBef>
                <a:spcPts val="1500"/>
              </a:spcBef>
              <a:spcAft>
                <a:spcPts val="0"/>
              </a:spcAft>
              <a:buNone/>
            </a:pPr>
            <a:r>
              <a:rPr lang="es" sz="1600"/>
              <a:t>	</a:t>
            </a:r>
            <a:endParaRPr sz="1600"/>
          </a:p>
          <a:p>
            <a:pPr indent="457200" lvl="0" marL="0" rtl="0" algn="l">
              <a:spcBef>
                <a:spcPts val="1500"/>
              </a:spcBef>
              <a:spcAft>
                <a:spcPts val="0"/>
              </a:spcAft>
              <a:buNone/>
            </a:pPr>
            <a:r>
              <a:t/>
            </a:r>
            <a:endParaRPr/>
          </a:p>
          <a:p>
            <a:pPr indent="0" lvl="0" marL="914400" rtl="0" algn="l">
              <a:spcBef>
                <a:spcPts val="1600"/>
              </a:spcBef>
              <a:spcAft>
                <a:spcPts val="1600"/>
              </a:spcAft>
              <a:buNone/>
            </a:pPr>
            <a:r>
              <a:t/>
            </a:r>
            <a:endParaRPr/>
          </a:p>
        </p:txBody>
      </p:sp>
      <p:pic>
        <p:nvPicPr>
          <p:cNvPr id="194" name="Google Shape;194;p35"/>
          <p:cNvPicPr preferRelativeResize="0"/>
          <p:nvPr/>
        </p:nvPicPr>
        <p:blipFill>
          <a:blip r:embed="rId3">
            <a:alphaModFix/>
          </a:blip>
          <a:stretch>
            <a:fillRect/>
          </a:stretch>
        </p:blipFill>
        <p:spPr>
          <a:xfrm>
            <a:off x="3343275" y="3018900"/>
            <a:ext cx="2457450" cy="704850"/>
          </a:xfrm>
          <a:prstGeom prst="rect">
            <a:avLst/>
          </a:prstGeom>
          <a:noFill/>
          <a:ln>
            <a:noFill/>
          </a:ln>
        </p:spPr>
      </p:pic>
      <p:pic>
        <p:nvPicPr>
          <p:cNvPr id="195" name="Google Shape;195;p35"/>
          <p:cNvPicPr preferRelativeResize="0"/>
          <p:nvPr/>
        </p:nvPicPr>
        <p:blipFill>
          <a:blip r:embed="rId4">
            <a:alphaModFix/>
          </a:blip>
          <a:stretch>
            <a:fillRect/>
          </a:stretch>
        </p:blipFill>
        <p:spPr>
          <a:xfrm>
            <a:off x="2995600" y="4257275"/>
            <a:ext cx="3152775" cy="704850"/>
          </a:xfrm>
          <a:prstGeom prst="rect">
            <a:avLst/>
          </a:prstGeom>
          <a:noFill/>
          <a:ln>
            <a:noFill/>
          </a:ln>
        </p:spPr>
      </p:pic>
      <p:sp>
        <p:nvSpPr>
          <p:cNvPr id="196" name="Google Shape;196;p35"/>
          <p:cNvSpPr txBox="1"/>
          <p:nvPr/>
        </p:nvSpPr>
        <p:spPr>
          <a:xfrm>
            <a:off x="396200" y="3942950"/>
            <a:ext cx="2172000" cy="705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500"/>
              </a:spcBef>
              <a:spcAft>
                <a:spcPts val="0"/>
              </a:spcAft>
              <a:buClr>
                <a:schemeClr val="dk1"/>
              </a:buClr>
              <a:buSzPts val="1800"/>
              <a:buFont typeface="Proxima Nova"/>
              <a:buChar char="●"/>
            </a:pPr>
            <a:r>
              <a:rPr lang="es" sz="1800">
                <a:solidFill>
                  <a:schemeClr val="dk1"/>
                </a:solidFill>
                <a:latin typeface="Proxima Nova"/>
                <a:ea typeface="Proxima Nova"/>
                <a:cs typeface="Proxima Nova"/>
                <a:sym typeface="Proxima Nova"/>
              </a:rPr>
              <a:t>Entonces…</a:t>
            </a:r>
            <a:endParaRPr sz="18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6"/>
          <p:cNvPicPr preferRelativeResize="0"/>
          <p:nvPr/>
        </p:nvPicPr>
        <p:blipFill>
          <a:blip r:embed="rId3">
            <a:alphaModFix/>
          </a:blip>
          <a:stretch>
            <a:fillRect/>
          </a:stretch>
        </p:blipFill>
        <p:spPr>
          <a:xfrm>
            <a:off x="152400" y="152400"/>
            <a:ext cx="8839199" cy="280237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7"/>
          <p:cNvPicPr preferRelativeResize="0"/>
          <p:nvPr/>
        </p:nvPicPr>
        <p:blipFill>
          <a:blip r:embed="rId3">
            <a:alphaModFix/>
          </a:blip>
          <a:stretch>
            <a:fillRect/>
          </a:stretch>
        </p:blipFill>
        <p:spPr>
          <a:xfrm>
            <a:off x="32250" y="929675"/>
            <a:ext cx="8991599" cy="3436544"/>
          </a:xfrm>
          <a:prstGeom prst="rect">
            <a:avLst/>
          </a:prstGeom>
          <a:noFill/>
          <a:ln>
            <a:noFill/>
          </a:ln>
        </p:spPr>
      </p:pic>
      <p:sp>
        <p:nvSpPr>
          <p:cNvPr id="207" name="Google Shape;207;p37"/>
          <p:cNvSpPr/>
          <p:nvPr/>
        </p:nvSpPr>
        <p:spPr>
          <a:xfrm>
            <a:off x="3162544" y="2356575"/>
            <a:ext cx="2787000" cy="9405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08" name="Google Shape;208;p37"/>
          <p:cNvSpPr/>
          <p:nvPr/>
        </p:nvSpPr>
        <p:spPr>
          <a:xfrm>
            <a:off x="2057400" y="3206300"/>
            <a:ext cx="4941300" cy="10881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sp>
        <p:nvSpPr>
          <p:cNvPr id="213" name="Google Shape;213;p38"/>
          <p:cNvSpPr txBox="1"/>
          <p:nvPr>
            <p:ph idx="1" type="body"/>
          </p:nvPr>
        </p:nvSpPr>
        <p:spPr>
          <a:xfrm>
            <a:off x="6900" y="304800"/>
            <a:ext cx="9087600" cy="44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Consolas"/>
                <a:ea typeface="Consolas"/>
                <a:cs typeface="Consolas"/>
                <a:sym typeface="Consolas"/>
              </a:rPr>
              <a:t>def _alternar(arr, ini, fin):</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if fin - ini &lt; 2:</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return arr</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medio = (ini+fin)//2</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arr = _alternar(arr, ini, medio)</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arr = _alternar(arr, medio+1, fin)</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for i in range(1, medio-ini+1, 2):</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arr[ini + i], arr[medio+i] = arr[medio+i], arr[ini + i]</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return arr</a:t>
            </a:r>
            <a:endParaRPr sz="1400">
              <a:latin typeface="Consolas"/>
              <a:ea typeface="Consolas"/>
              <a:cs typeface="Consolas"/>
              <a:sym typeface="Consolas"/>
            </a:endParaRPr>
          </a:p>
          <a:p>
            <a:pPr indent="0" lvl="0" marL="0" rtl="0" algn="l">
              <a:spcBef>
                <a:spcPts val="0"/>
              </a:spcBef>
              <a:spcAft>
                <a:spcPts val="0"/>
              </a:spcAft>
              <a:buNone/>
            </a:pPr>
            <a:r>
              <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def alternar(arr):</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    return _alternar(arr, 0, len(arr)-1)</a:t>
            </a:r>
            <a:endParaRPr sz="1400">
              <a:latin typeface="Consolas"/>
              <a:ea typeface="Consolas"/>
              <a:cs typeface="Consolas"/>
              <a:sym typeface="Consolas"/>
            </a:endParaRPr>
          </a:p>
          <a:p>
            <a:pPr indent="0" lvl="0" marL="0" rtl="0" algn="l">
              <a:spcBef>
                <a:spcPts val="0"/>
              </a:spcBef>
              <a:spcAft>
                <a:spcPts val="0"/>
              </a:spcAft>
              <a:buNone/>
            </a:pPr>
            <a:r>
              <a:t/>
            </a:r>
            <a:endParaRPr sz="1400">
              <a:latin typeface="Consolas"/>
              <a:ea typeface="Consolas"/>
              <a:cs typeface="Consolas"/>
              <a:sym typeface="Consolas"/>
            </a:endParaRPr>
          </a:p>
          <a:p>
            <a:pPr indent="0" lvl="0" marL="0" rtl="0" algn="l">
              <a:spcBef>
                <a:spcPts val="0"/>
              </a:spcBef>
              <a:spcAft>
                <a:spcPts val="0"/>
              </a:spcAft>
              <a:buNone/>
            </a:pPr>
            <a:r>
              <a:rPr lang="es" sz="1400">
                <a:latin typeface="Consolas"/>
                <a:ea typeface="Consolas"/>
                <a:cs typeface="Consolas"/>
                <a:sym typeface="Consolas"/>
              </a:rPr>
              <a:t>(Dejamos el código aquí pero salteamos la diapo para resolver en clase)</a:t>
            </a:r>
            <a:endParaRPr sz="1400">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t>
            </a:r>
            <a:r>
              <a:rPr lang="es"/>
              <a:t>áximo local en matriz</a:t>
            </a:r>
            <a:endParaRPr/>
          </a:p>
        </p:txBody>
      </p:sp>
      <p:pic>
        <p:nvPicPr>
          <p:cNvPr id="219" name="Google Shape;219;p39" title="Screenshot 2025-09-06 at 3.48.35 PM.png"/>
          <p:cNvPicPr preferRelativeResize="0"/>
          <p:nvPr/>
        </p:nvPicPr>
        <p:blipFill>
          <a:blip r:embed="rId3">
            <a:alphaModFix/>
          </a:blip>
          <a:stretch>
            <a:fillRect/>
          </a:stretch>
        </p:blipFill>
        <p:spPr>
          <a:xfrm>
            <a:off x="152400" y="1210625"/>
            <a:ext cx="8839200" cy="186346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40"/>
          <p:cNvPicPr preferRelativeResize="0"/>
          <p:nvPr/>
        </p:nvPicPr>
        <p:blipFill>
          <a:blip r:embed="rId3">
            <a:alphaModFix/>
          </a:blip>
          <a:stretch>
            <a:fillRect/>
          </a:stretch>
        </p:blipFill>
        <p:spPr>
          <a:xfrm>
            <a:off x="1742700" y="649275"/>
            <a:ext cx="5658600" cy="3844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a:t>
            </a:r>
            <a:endParaRPr/>
          </a:p>
        </p:txBody>
      </p:sp>
      <p:graphicFrame>
        <p:nvGraphicFramePr>
          <p:cNvPr id="230" name="Google Shape;230;p41"/>
          <p:cNvGraphicFramePr/>
          <p:nvPr/>
        </p:nvGraphicFramePr>
        <p:xfrm>
          <a:off x="952500" y="1203350"/>
          <a:ext cx="3000000" cy="3000000"/>
        </p:xfrm>
        <a:graphic>
          <a:graphicData uri="http://schemas.openxmlformats.org/drawingml/2006/table">
            <a:tbl>
              <a:tblPr>
                <a:noFill/>
                <a:tableStyleId>{EFA7E02D-B525-47F5-A5CF-ECB41BEAFE8A}</a:tableStyleId>
              </a:tblPr>
              <a:tblGrid>
                <a:gridCol w="904875"/>
                <a:gridCol w="904875"/>
                <a:gridCol w="904875"/>
                <a:gridCol w="904875"/>
                <a:gridCol w="904875"/>
                <a:gridCol w="904875"/>
                <a:gridCol w="904875"/>
                <a:gridCol w="904875"/>
              </a:tblGrid>
              <a:tr h="381000">
                <a:tc>
                  <a:txBody>
                    <a:bodyPr/>
                    <a:lstStyle/>
                    <a:p>
                      <a:pPr indent="0" lvl="0" marL="0" rtl="0" algn="l">
                        <a:spcBef>
                          <a:spcPts val="0"/>
                        </a:spcBef>
                        <a:spcAft>
                          <a:spcPts val="0"/>
                        </a:spcAft>
                        <a:buNone/>
                      </a:pPr>
                      <a:r>
                        <a:rPr lang="es"/>
                        <a:t>45</a:t>
                      </a:r>
                      <a:endParaRPr/>
                    </a:p>
                  </a:txBody>
                  <a:tcPr marT="91425" marB="91425" marR="91425" marL="91425"/>
                </a:tc>
                <a:tc>
                  <a:txBody>
                    <a:bodyPr/>
                    <a:lstStyle/>
                    <a:p>
                      <a:pPr indent="0" lvl="0" marL="0" rtl="0" algn="l">
                        <a:spcBef>
                          <a:spcPts val="0"/>
                        </a:spcBef>
                        <a:spcAft>
                          <a:spcPts val="0"/>
                        </a:spcAft>
                        <a:buNone/>
                      </a:pPr>
                      <a:r>
                        <a:rPr lang="es"/>
                        <a:t>102</a:t>
                      </a:r>
                      <a:endParaRPr/>
                    </a:p>
                  </a:txBody>
                  <a:tcPr marT="91425" marB="91425" marR="91425" marL="91425"/>
                </a:tc>
                <a:tc>
                  <a:txBody>
                    <a:bodyPr/>
                    <a:lstStyle/>
                    <a:p>
                      <a:pPr indent="0" lvl="0" marL="0" rtl="0" algn="l">
                        <a:spcBef>
                          <a:spcPts val="0"/>
                        </a:spcBef>
                        <a:spcAft>
                          <a:spcPts val="0"/>
                        </a:spcAft>
                        <a:buNone/>
                      </a:pPr>
                      <a:r>
                        <a:rPr lang="es"/>
                        <a:t>128</a:t>
                      </a:r>
                      <a:endParaRPr/>
                    </a:p>
                  </a:txBody>
                  <a:tcPr marT="91425" marB="91425" marR="91425" marL="91425"/>
                </a:tc>
                <a:tc>
                  <a:txBody>
                    <a:bodyPr/>
                    <a:lstStyle/>
                    <a:p>
                      <a:pPr indent="0" lvl="0" marL="0" rtl="0" algn="l">
                        <a:spcBef>
                          <a:spcPts val="0"/>
                        </a:spcBef>
                        <a:spcAft>
                          <a:spcPts val="0"/>
                        </a:spcAft>
                        <a:buNone/>
                      </a:pPr>
                      <a:r>
                        <a:rPr lang="es"/>
                        <a:t>84</a:t>
                      </a:r>
                      <a:endParaRPr/>
                    </a:p>
                  </a:txBody>
                  <a:tcPr marT="91425" marB="91425" marR="91425" marL="91425"/>
                </a:tc>
                <a:tc>
                  <a:txBody>
                    <a:bodyPr/>
                    <a:lstStyle/>
                    <a:p>
                      <a:pPr indent="0" lvl="0" marL="0" rtl="0" algn="l">
                        <a:spcBef>
                          <a:spcPts val="0"/>
                        </a:spcBef>
                        <a:spcAft>
                          <a:spcPts val="0"/>
                        </a:spcAft>
                        <a:buNone/>
                      </a:pPr>
                      <a:r>
                        <a:rPr lang="es"/>
                        <a:t>191</a:t>
                      </a:r>
                      <a:endParaRPr/>
                    </a:p>
                  </a:txBody>
                  <a:tcPr marT="91425" marB="91425" marR="91425" marL="91425"/>
                </a:tc>
                <a:tc>
                  <a:txBody>
                    <a:bodyPr/>
                    <a:lstStyle/>
                    <a:p>
                      <a:pPr indent="0" lvl="0" marL="0" rtl="0" algn="l">
                        <a:spcBef>
                          <a:spcPts val="0"/>
                        </a:spcBef>
                        <a:spcAft>
                          <a:spcPts val="0"/>
                        </a:spcAft>
                        <a:buNone/>
                      </a:pPr>
                      <a:r>
                        <a:rPr lang="es"/>
                        <a:t>87</a:t>
                      </a:r>
                      <a:endParaRPr/>
                    </a:p>
                  </a:txBody>
                  <a:tcPr marT="91425" marB="91425" marR="91425" marL="91425"/>
                </a:tc>
                <a:tc>
                  <a:txBody>
                    <a:bodyPr/>
                    <a:lstStyle/>
                    <a:p>
                      <a:pPr indent="0" lvl="0" marL="0" rtl="0" algn="l">
                        <a:spcBef>
                          <a:spcPts val="0"/>
                        </a:spcBef>
                        <a:spcAft>
                          <a:spcPts val="0"/>
                        </a:spcAft>
                        <a:buNone/>
                      </a:pPr>
                      <a:r>
                        <a:rPr lang="es"/>
                        <a:t>150</a:t>
                      </a:r>
                      <a:endParaRPr/>
                    </a:p>
                  </a:txBody>
                  <a:tcPr marT="91425" marB="91425" marR="91425" marL="91425"/>
                </a:tc>
                <a:tc>
                  <a:txBody>
                    <a:bodyPr/>
                    <a:lstStyle/>
                    <a:p>
                      <a:pPr indent="0" lvl="0" marL="0" rtl="0" algn="l">
                        <a:spcBef>
                          <a:spcPts val="0"/>
                        </a:spcBef>
                        <a:spcAft>
                          <a:spcPts val="0"/>
                        </a:spcAft>
                        <a:buNone/>
                      </a:pPr>
                      <a:r>
                        <a:rPr lang="es"/>
                        <a:t>27</a:t>
                      </a:r>
                      <a:endParaRPr/>
                    </a:p>
                  </a:txBody>
                  <a:tcPr marT="91425" marB="91425" marR="91425" marL="91425"/>
                </a:tc>
              </a:tr>
              <a:tr h="381000">
                <a:tc>
                  <a:txBody>
                    <a:bodyPr/>
                    <a:lstStyle/>
                    <a:p>
                      <a:pPr indent="0" lvl="0" marL="0" rtl="0" algn="l">
                        <a:spcBef>
                          <a:spcPts val="0"/>
                        </a:spcBef>
                        <a:spcAft>
                          <a:spcPts val="0"/>
                        </a:spcAft>
                        <a:buNone/>
                      </a:pPr>
                      <a:r>
                        <a:rPr lang="es"/>
                        <a:t>66</a:t>
                      </a:r>
                      <a:endParaRPr/>
                    </a:p>
                  </a:txBody>
                  <a:tcPr marT="91425" marB="91425" marR="91425" marL="91425"/>
                </a:tc>
                <a:tc>
                  <a:txBody>
                    <a:bodyPr/>
                    <a:lstStyle/>
                    <a:p>
                      <a:pPr indent="0" lvl="0" marL="0" rtl="0" algn="l">
                        <a:spcBef>
                          <a:spcPts val="0"/>
                        </a:spcBef>
                        <a:spcAft>
                          <a:spcPts val="0"/>
                        </a:spcAft>
                        <a:buNone/>
                      </a:pPr>
                      <a:r>
                        <a:rPr lang="es"/>
                        <a:t>38</a:t>
                      </a:r>
                      <a:endParaRPr/>
                    </a:p>
                  </a:txBody>
                  <a:tcPr marT="91425" marB="91425" marR="91425" marL="91425"/>
                </a:tc>
                <a:tc>
                  <a:txBody>
                    <a:bodyPr/>
                    <a:lstStyle/>
                    <a:p>
                      <a:pPr indent="0" lvl="0" marL="0" rtl="0" algn="l">
                        <a:spcBef>
                          <a:spcPts val="0"/>
                        </a:spcBef>
                        <a:spcAft>
                          <a:spcPts val="0"/>
                        </a:spcAft>
                        <a:buNone/>
                      </a:pPr>
                      <a:r>
                        <a:rPr lang="es"/>
                        <a:t>92</a:t>
                      </a:r>
                      <a:endParaRPr/>
                    </a:p>
                  </a:txBody>
                  <a:tcPr marT="91425" marB="91425" marR="91425" marL="91425"/>
                </a:tc>
                <a:tc>
                  <a:txBody>
                    <a:bodyPr/>
                    <a:lstStyle/>
                    <a:p>
                      <a:pPr indent="0" lvl="0" marL="0" rtl="0" algn="l">
                        <a:spcBef>
                          <a:spcPts val="0"/>
                        </a:spcBef>
                        <a:spcAft>
                          <a:spcPts val="0"/>
                        </a:spcAft>
                        <a:buNone/>
                      </a:pPr>
                      <a:r>
                        <a:rPr lang="es"/>
                        <a:t>112</a:t>
                      </a:r>
                      <a:endParaRPr/>
                    </a:p>
                  </a:txBody>
                  <a:tcPr marT="91425" marB="91425" marR="91425" marL="91425"/>
                </a:tc>
                <a:tc>
                  <a:txBody>
                    <a:bodyPr/>
                    <a:lstStyle/>
                    <a:p>
                      <a:pPr indent="0" lvl="0" marL="0" rtl="0" algn="l">
                        <a:spcBef>
                          <a:spcPts val="0"/>
                        </a:spcBef>
                        <a:spcAft>
                          <a:spcPts val="0"/>
                        </a:spcAft>
                        <a:buNone/>
                      </a:pPr>
                      <a:r>
                        <a:rPr lang="es"/>
                        <a:t>114</a:t>
                      </a:r>
                      <a:endParaRPr/>
                    </a:p>
                  </a:txBody>
                  <a:tcPr marT="91425" marB="91425" marR="91425" marL="91425"/>
                </a:tc>
                <a:tc>
                  <a:txBody>
                    <a:bodyPr/>
                    <a:lstStyle/>
                    <a:p>
                      <a:pPr indent="0" lvl="0" marL="0" rtl="0" algn="l">
                        <a:spcBef>
                          <a:spcPts val="0"/>
                        </a:spcBef>
                        <a:spcAft>
                          <a:spcPts val="0"/>
                        </a:spcAft>
                        <a:buNone/>
                      </a:pPr>
                      <a:r>
                        <a:rPr lang="es"/>
                        <a:t>76</a:t>
                      </a:r>
                      <a:endParaRPr/>
                    </a:p>
                  </a:txBody>
                  <a:tcPr marT="91425" marB="91425" marR="91425" marL="91425"/>
                </a:tc>
                <a:tc>
                  <a:txBody>
                    <a:bodyPr/>
                    <a:lstStyle/>
                    <a:p>
                      <a:pPr indent="0" lvl="0" marL="0" rtl="0" algn="l">
                        <a:spcBef>
                          <a:spcPts val="0"/>
                        </a:spcBef>
                        <a:spcAft>
                          <a:spcPts val="0"/>
                        </a:spcAft>
                        <a:buNone/>
                      </a:pPr>
                      <a:r>
                        <a:rPr lang="es"/>
                        <a:t>154</a:t>
                      </a:r>
                      <a:endParaRPr/>
                    </a:p>
                  </a:txBody>
                  <a:tcPr marT="91425" marB="91425" marR="91425" marL="91425"/>
                </a:tc>
                <a:tc>
                  <a:txBody>
                    <a:bodyPr/>
                    <a:lstStyle/>
                    <a:p>
                      <a:pPr indent="0" lvl="0" marL="0" rtl="0" algn="l">
                        <a:spcBef>
                          <a:spcPts val="0"/>
                        </a:spcBef>
                        <a:spcAft>
                          <a:spcPts val="0"/>
                        </a:spcAft>
                        <a:buNone/>
                      </a:pPr>
                      <a:r>
                        <a:rPr lang="es"/>
                        <a:t>122</a:t>
                      </a:r>
                      <a:endParaRPr/>
                    </a:p>
                  </a:txBody>
                  <a:tcPr marT="91425" marB="91425" marR="91425" marL="91425"/>
                </a:tc>
              </a:tr>
              <a:tr h="381000">
                <a:tc>
                  <a:txBody>
                    <a:bodyPr/>
                    <a:lstStyle/>
                    <a:p>
                      <a:pPr indent="0" lvl="0" marL="0" rtl="0" algn="l">
                        <a:spcBef>
                          <a:spcPts val="0"/>
                        </a:spcBef>
                        <a:spcAft>
                          <a:spcPts val="0"/>
                        </a:spcAft>
                        <a:buNone/>
                      </a:pPr>
                      <a:r>
                        <a:rPr lang="es"/>
                        <a:t>25</a:t>
                      </a:r>
                      <a:endParaRPr/>
                    </a:p>
                  </a:txBody>
                  <a:tcPr marT="91425" marB="91425" marR="91425" marL="91425"/>
                </a:tc>
                <a:tc>
                  <a:txBody>
                    <a:bodyPr/>
                    <a:lstStyle/>
                    <a:p>
                      <a:pPr indent="0" lvl="0" marL="0" rtl="0" algn="l">
                        <a:spcBef>
                          <a:spcPts val="0"/>
                        </a:spcBef>
                        <a:spcAft>
                          <a:spcPts val="0"/>
                        </a:spcAft>
                        <a:buNone/>
                      </a:pPr>
                      <a:r>
                        <a:rPr lang="es"/>
                        <a:t>164</a:t>
                      </a:r>
                      <a:endParaRPr/>
                    </a:p>
                  </a:txBody>
                  <a:tcPr marT="91425" marB="91425" marR="91425" marL="91425"/>
                </a:tc>
                <a:tc>
                  <a:txBody>
                    <a:bodyPr/>
                    <a:lstStyle/>
                    <a:p>
                      <a:pPr indent="0" lvl="0" marL="0" rtl="0" algn="l">
                        <a:spcBef>
                          <a:spcPts val="0"/>
                        </a:spcBef>
                        <a:spcAft>
                          <a:spcPts val="0"/>
                        </a:spcAft>
                        <a:buNone/>
                      </a:pPr>
                      <a:r>
                        <a:rPr lang="es"/>
                        <a:t>70</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c>
                  <a:txBody>
                    <a:bodyPr/>
                    <a:lstStyle/>
                    <a:p>
                      <a:pPr indent="0" lvl="0" marL="0" rtl="0" algn="l">
                        <a:spcBef>
                          <a:spcPts val="0"/>
                        </a:spcBef>
                        <a:spcAft>
                          <a:spcPts val="0"/>
                        </a:spcAft>
                        <a:buNone/>
                      </a:pPr>
                      <a:r>
                        <a:rPr lang="es"/>
                        <a:t>79</a:t>
                      </a:r>
                      <a:endParaRPr/>
                    </a:p>
                  </a:txBody>
                  <a:tcPr marT="91425" marB="91425" marR="91425" marL="91425"/>
                </a:tc>
                <a:tc>
                  <a:txBody>
                    <a:bodyPr/>
                    <a:lstStyle/>
                    <a:p>
                      <a:pPr indent="0" lvl="0" marL="0" rtl="0" algn="l">
                        <a:spcBef>
                          <a:spcPts val="0"/>
                        </a:spcBef>
                        <a:spcAft>
                          <a:spcPts val="0"/>
                        </a:spcAft>
                        <a:buNone/>
                      </a:pPr>
                      <a:r>
                        <a:rPr lang="es"/>
                        <a:t>108</a:t>
                      </a:r>
                      <a:endParaRPr/>
                    </a:p>
                  </a:txBody>
                  <a:tcPr marT="91425" marB="91425" marR="91425" marL="91425"/>
                </a:tc>
                <a:tc>
                  <a:txBody>
                    <a:bodyPr/>
                    <a:lstStyle/>
                    <a:p>
                      <a:pPr indent="0" lvl="0" marL="0" rtl="0" algn="l">
                        <a:spcBef>
                          <a:spcPts val="0"/>
                        </a:spcBef>
                        <a:spcAft>
                          <a:spcPts val="0"/>
                        </a:spcAft>
                        <a:buNone/>
                      </a:pPr>
                      <a:r>
                        <a:rPr lang="es"/>
                        <a:t>20</a:t>
                      </a:r>
                      <a:endParaRPr/>
                    </a:p>
                  </a:txBody>
                  <a:tcPr marT="91425" marB="91425" marR="91425" marL="91425"/>
                </a:tc>
                <a:tc>
                  <a:txBody>
                    <a:bodyPr/>
                    <a:lstStyle/>
                    <a:p>
                      <a:pPr indent="0" lvl="0" marL="0" rtl="0" algn="l">
                        <a:spcBef>
                          <a:spcPts val="0"/>
                        </a:spcBef>
                        <a:spcAft>
                          <a:spcPts val="0"/>
                        </a:spcAft>
                        <a:buNone/>
                      </a:pPr>
                      <a:r>
                        <a:rPr lang="es"/>
                        <a:t>185</a:t>
                      </a:r>
                      <a:endParaRPr/>
                    </a:p>
                  </a:txBody>
                  <a:tcPr marT="91425" marB="91425" marR="91425" marL="91425"/>
                </a:tc>
              </a:tr>
              <a:tr h="381000">
                <a:tc>
                  <a:txBody>
                    <a:bodyPr/>
                    <a:lstStyle/>
                    <a:p>
                      <a:pPr indent="0" lvl="0" marL="0" rtl="0" algn="l">
                        <a:spcBef>
                          <a:spcPts val="0"/>
                        </a:spcBef>
                        <a:spcAft>
                          <a:spcPts val="0"/>
                        </a:spcAft>
                        <a:buNone/>
                      </a:pPr>
                      <a:r>
                        <a:rPr lang="es"/>
                        <a:t>18</a:t>
                      </a:r>
                      <a:endParaRPr/>
                    </a:p>
                  </a:txBody>
                  <a:tcPr marT="91425" marB="91425" marR="91425" marL="91425"/>
                </a:tc>
                <a:tc>
                  <a:txBody>
                    <a:bodyPr/>
                    <a:lstStyle/>
                    <a:p>
                      <a:pPr indent="0" lvl="0" marL="0" rtl="0" algn="l">
                        <a:spcBef>
                          <a:spcPts val="0"/>
                        </a:spcBef>
                        <a:spcAft>
                          <a:spcPts val="0"/>
                        </a:spcAft>
                        <a:buNone/>
                      </a:pPr>
                      <a:r>
                        <a:rPr lang="es"/>
                        <a:t>77</a:t>
                      </a:r>
                      <a:endParaRPr/>
                    </a:p>
                  </a:txBody>
                  <a:tcPr marT="91425" marB="91425" marR="91425" marL="91425"/>
                </a:tc>
                <a:tc>
                  <a:txBody>
                    <a:bodyPr/>
                    <a:lstStyle/>
                    <a:p>
                      <a:pPr indent="0" lvl="0" marL="0" rtl="0" algn="l">
                        <a:spcBef>
                          <a:spcPts val="0"/>
                        </a:spcBef>
                        <a:spcAft>
                          <a:spcPts val="0"/>
                        </a:spcAft>
                        <a:buNone/>
                      </a:pPr>
                      <a:r>
                        <a:rPr lang="es"/>
                        <a:t>90</a:t>
                      </a:r>
                      <a:endParaRPr/>
                    </a:p>
                  </a:txBody>
                  <a:tcPr marT="91425" marB="91425" marR="91425" marL="91425"/>
                </a:tc>
                <a:tc>
                  <a:txBody>
                    <a:bodyPr/>
                    <a:lstStyle/>
                    <a:p>
                      <a:pPr indent="0" lvl="0" marL="0" rtl="0" algn="l">
                        <a:spcBef>
                          <a:spcPts val="0"/>
                        </a:spcBef>
                        <a:spcAft>
                          <a:spcPts val="0"/>
                        </a:spcAft>
                        <a:buNone/>
                      </a:pPr>
                      <a:r>
                        <a:rPr lang="es"/>
                        <a:t>106</a:t>
                      </a:r>
                      <a:endParaRPr/>
                    </a:p>
                  </a:txBody>
                  <a:tcPr marT="91425" marB="91425" marR="91425" marL="91425"/>
                </a:tc>
                <a:tc>
                  <a:txBody>
                    <a:bodyPr/>
                    <a:lstStyle/>
                    <a:p>
                      <a:pPr indent="0" lvl="0" marL="0" rtl="0" algn="l">
                        <a:spcBef>
                          <a:spcPts val="0"/>
                        </a:spcBef>
                        <a:spcAft>
                          <a:spcPts val="0"/>
                        </a:spcAft>
                        <a:buNone/>
                      </a:pPr>
                      <a:r>
                        <a:rPr lang="es"/>
                        <a:t>35</a:t>
                      </a:r>
                      <a:endParaRPr/>
                    </a:p>
                  </a:txBody>
                  <a:tcPr marT="91425" marB="91425" marR="91425" marL="91425"/>
                </a:tc>
                <a:tc>
                  <a:txBody>
                    <a:bodyPr/>
                    <a:lstStyle/>
                    <a:p>
                      <a:pPr indent="0" lvl="0" marL="0" rtl="0" algn="l">
                        <a:spcBef>
                          <a:spcPts val="0"/>
                        </a:spcBef>
                        <a:spcAft>
                          <a:spcPts val="0"/>
                        </a:spcAft>
                        <a:buNone/>
                      </a:pPr>
                      <a:r>
                        <a:rPr lang="es"/>
                        <a:t>68</a:t>
                      </a:r>
                      <a:endParaRPr/>
                    </a:p>
                  </a:txBody>
                  <a:tcPr marT="91425" marB="91425" marR="91425" marL="91425"/>
                </a:tc>
                <a:tc>
                  <a:txBody>
                    <a:bodyPr/>
                    <a:lstStyle/>
                    <a:p>
                      <a:pPr indent="0" lvl="0" marL="0" rtl="0" algn="l">
                        <a:spcBef>
                          <a:spcPts val="0"/>
                        </a:spcBef>
                        <a:spcAft>
                          <a:spcPts val="0"/>
                        </a:spcAft>
                        <a:buNone/>
                      </a:pPr>
                      <a:r>
                        <a:rPr lang="es"/>
                        <a:t>176</a:t>
                      </a:r>
                      <a:endParaRPr/>
                    </a:p>
                  </a:txBody>
                  <a:tcPr marT="91425" marB="91425" marR="91425" marL="91425"/>
                </a:tc>
                <a:tc>
                  <a:txBody>
                    <a:bodyPr/>
                    <a:lstStyle/>
                    <a:p>
                      <a:pPr indent="0" lvl="0" marL="0" rtl="0" algn="l">
                        <a:spcBef>
                          <a:spcPts val="0"/>
                        </a:spcBef>
                        <a:spcAft>
                          <a:spcPts val="0"/>
                        </a:spcAft>
                        <a:buNone/>
                      </a:pPr>
                      <a:r>
                        <a:rPr lang="es"/>
                        <a:t>74</a:t>
                      </a:r>
                      <a:endParaRPr/>
                    </a:p>
                  </a:txBody>
                  <a:tcPr marT="91425" marB="91425" marR="91425" marL="91425"/>
                </a:tc>
              </a:tr>
              <a:tr h="381000">
                <a:tc>
                  <a:txBody>
                    <a:bodyPr/>
                    <a:lstStyle/>
                    <a:p>
                      <a:pPr indent="0" lvl="0" marL="0" rtl="0" algn="l">
                        <a:spcBef>
                          <a:spcPts val="0"/>
                        </a:spcBef>
                        <a:spcAft>
                          <a:spcPts val="0"/>
                        </a:spcAft>
                        <a:buNone/>
                      </a:pPr>
                      <a:r>
                        <a:rPr lang="es"/>
                        <a:t>181</a:t>
                      </a:r>
                      <a:endParaRPr/>
                    </a:p>
                  </a:txBody>
                  <a:tcPr marT="91425" marB="91425" marR="91425" marL="91425"/>
                </a:tc>
                <a:tc>
                  <a:txBody>
                    <a:bodyPr/>
                    <a:lstStyle/>
                    <a:p>
                      <a:pPr indent="0" lvl="0" marL="0" rtl="0" algn="l">
                        <a:spcBef>
                          <a:spcPts val="0"/>
                        </a:spcBef>
                        <a:spcAft>
                          <a:spcPts val="0"/>
                        </a:spcAft>
                        <a:buNone/>
                      </a:pPr>
                      <a:r>
                        <a:rPr lang="es"/>
                        <a:t>22</a:t>
                      </a:r>
                      <a:endParaRPr/>
                    </a:p>
                  </a:txBody>
                  <a:tcPr marT="91425" marB="91425" marR="91425" marL="91425"/>
                </a:tc>
                <a:tc>
                  <a:txBody>
                    <a:bodyPr/>
                    <a:lstStyle/>
                    <a:p>
                      <a:pPr indent="0" lvl="0" marL="0" rtl="0" algn="l">
                        <a:spcBef>
                          <a:spcPts val="0"/>
                        </a:spcBef>
                        <a:spcAft>
                          <a:spcPts val="0"/>
                        </a:spcAft>
                        <a:buNone/>
                      </a:pPr>
                      <a:r>
                        <a:rPr lang="es"/>
                        <a:t>200</a:t>
                      </a:r>
                      <a:endParaRPr/>
                    </a:p>
                  </a:txBody>
                  <a:tcPr marT="91425" marB="91425" marR="91425" marL="91425"/>
                </a:tc>
                <a:tc>
                  <a:txBody>
                    <a:bodyPr/>
                    <a:lstStyle/>
                    <a:p>
                      <a:pPr indent="0" lvl="0" marL="0" rtl="0" algn="l">
                        <a:spcBef>
                          <a:spcPts val="0"/>
                        </a:spcBef>
                        <a:spcAft>
                          <a:spcPts val="0"/>
                        </a:spcAft>
                        <a:buNone/>
                      </a:pPr>
                      <a:r>
                        <a:rPr lang="es"/>
                        <a:t>86</a:t>
                      </a:r>
                      <a:endParaRPr/>
                    </a:p>
                  </a:txBody>
                  <a:tcPr marT="91425" marB="91425" marR="91425" marL="91425"/>
                </a:tc>
                <a:tc>
                  <a:txBody>
                    <a:bodyPr/>
                    <a:lstStyle/>
                    <a:p>
                      <a:pPr indent="0" lvl="0" marL="0" rtl="0" algn="l">
                        <a:spcBef>
                          <a:spcPts val="0"/>
                        </a:spcBef>
                        <a:spcAft>
                          <a:spcPts val="0"/>
                        </a:spcAft>
                        <a:buNone/>
                      </a:pPr>
                      <a:r>
                        <a:rPr lang="es"/>
                        <a:t>144</a:t>
                      </a:r>
                      <a:endParaRPr/>
                    </a:p>
                  </a:txBody>
                  <a:tcPr marT="91425" marB="91425" marR="91425" marL="91425"/>
                </a:tc>
                <a:tc>
                  <a:txBody>
                    <a:bodyPr/>
                    <a:lstStyle/>
                    <a:p>
                      <a:pPr indent="0" lvl="0" marL="0" rtl="0" algn="l">
                        <a:spcBef>
                          <a:spcPts val="0"/>
                        </a:spcBef>
                        <a:spcAft>
                          <a:spcPts val="0"/>
                        </a:spcAft>
                        <a:buNone/>
                      </a:pPr>
                      <a:r>
                        <a:rPr lang="es"/>
                        <a:t>37</a:t>
                      </a:r>
                      <a:endParaRPr/>
                    </a:p>
                  </a:txBody>
                  <a:tcPr marT="91425" marB="91425" marR="91425" marL="91425"/>
                </a:tc>
                <a:tc>
                  <a:txBody>
                    <a:bodyPr/>
                    <a:lstStyle/>
                    <a:p>
                      <a:pPr indent="0" lvl="0" marL="0" rtl="0" algn="l">
                        <a:spcBef>
                          <a:spcPts val="0"/>
                        </a:spcBef>
                        <a:spcAft>
                          <a:spcPts val="0"/>
                        </a:spcAft>
                        <a:buNone/>
                      </a:pPr>
                      <a:r>
                        <a:rPr lang="es"/>
                        <a:t>23</a:t>
                      </a:r>
                      <a:endParaRPr/>
                    </a:p>
                  </a:txBody>
                  <a:tcPr marT="91425" marB="91425" marR="91425" marL="91425"/>
                </a:tc>
                <a:tc>
                  <a:txBody>
                    <a:bodyPr/>
                    <a:lstStyle/>
                    <a:p>
                      <a:pPr indent="0" lvl="0" marL="0" rtl="0" algn="l">
                        <a:spcBef>
                          <a:spcPts val="0"/>
                        </a:spcBef>
                        <a:spcAft>
                          <a:spcPts val="0"/>
                        </a:spcAft>
                        <a:buNone/>
                      </a:pPr>
                      <a:r>
                        <a:rPr lang="es"/>
                        <a:t>69</a:t>
                      </a:r>
                      <a:endParaRPr/>
                    </a:p>
                  </a:txBody>
                  <a:tcPr marT="91425" marB="91425" marR="91425" marL="91425"/>
                </a:tc>
              </a:tr>
              <a:tr h="381000">
                <a:tc>
                  <a:txBody>
                    <a:bodyPr/>
                    <a:lstStyle/>
                    <a:p>
                      <a:pPr indent="0" lvl="0" marL="0" rtl="0" algn="l">
                        <a:spcBef>
                          <a:spcPts val="0"/>
                        </a:spcBef>
                        <a:spcAft>
                          <a:spcPts val="0"/>
                        </a:spcAft>
                        <a:buNone/>
                      </a:pPr>
                      <a:r>
                        <a:rPr lang="es"/>
                        <a:t>46</a:t>
                      </a:r>
                      <a:endParaRPr/>
                    </a:p>
                  </a:txBody>
                  <a:tcPr marT="91425" marB="91425" marR="91425" marL="91425"/>
                </a:tc>
                <a:tc>
                  <a:txBody>
                    <a:bodyPr/>
                    <a:lstStyle/>
                    <a:p>
                      <a:pPr indent="0" lvl="0" marL="0" rtl="0" algn="l">
                        <a:spcBef>
                          <a:spcPts val="0"/>
                        </a:spcBef>
                        <a:spcAft>
                          <a:spcPts val="0"/>
                        </a:spcAft>
                        <a:buNone/>
                      </a:pPr>
                      <a:r>
                        <a:rPr lang="es"/>
                        <a:t>151</a:t>
                      </a:r>
                      <a:endParaRPr/>
                    </a:p>
                  </a:txBody>
                  <a:tcPr marT="91425" marB="91425" marR="91425" marL="91425"/>
                </a:tc>
                <a:tc>
                  <a:txBody>
                    <a:bodyPr/>
                    <a:lstStyle/>
                    <a:p>
                      <a:pPr indent="0" lvl="0" marL="0" rtl="0" algn="l">
                        <a:spcBef>
                          <a:spcPts val="0"/>
                        </a:spcBef>
                        <a:spcAft>
                          <a:spcPts val="0"/>
                        </a:spcAft>
                        <a:buNone/>
                      </a:pPr>
                      <a:r>
                        <a:rPr lang="es"/>
                        <a:t>121</a:t>
                      </a:r>
                      <a:endParaRPr/>
                    </a:p>
                  </a:txBody>
                  <a:tcPr marT="91425" marB="91425" marR="91425" marL="91425"/>
                </a:tc>
                <a:tc>
                  <a:txBody>
                    <a:bodyPr/>
                    <a:lstStyle/>
                    <a:p>
                      <a:pPr indent="0" lvl="0" marL="0" rtl="0" algn="l">
                        <a:spcBef>
                          <a:spcPts val="0"/>
                        </a:spcBef>
                        <a:spcAft>
                          <a:spcPts val="0"/>
                        </a:spcAft>
                        <a:buNone/>
                      </a:pPr>
                      <a:r>
                        <a:rPr lang="es"/>
                        <a:t>158</a:t>
                      </a:r>
                      <a:endParaRPr/>
                    </a:p>
                  </a:txBody>
                  <a:tcPr marT="91425" marB="91425" marR="91425" marL="91425"/>
                </a:tc>
                <a:tc>
                  <a:txBody>
                    <a:bodyPr/>
                    <a:lstStyle/>
                    <a:p>
                      <a:pPr indent="0" lvl="0" marL="0" rtl="0" algn="l">
                        <a:spcBef>
                          <a:spcPts val="0"/>
                        </a:spcBef>
                        <a:spcAft>
                          <a:spcPts val="0"/>
                        </a:spcAft>
                        <a:buNone/>
                      </a:pPr>
                      <a:r>
                        <a:rPr lang="es"/>
                        <a:t>30</a:t>
                      </a:r>
                      <a:endParaRPr/>
                    </a:p>
                  </a:txBody>
                  <a:tcPr marT="91425" marB="91425" marR="91425" marL="91425"/>
                </a:tc>
                <a:tc>
                  <a:txBody>
                    <a:bodyPr/>
                    <a:lstStyle/>
                    <a:p>
                      <a:pPr indent="0" lvl="0" marL="0" rtl="0" algn="l">
                        <a:spcBef>
                          <a:spcPts val="0"/>
                        </a:spcBef>
                        <a:spcAft>
                          <a:spcPts val="0"/>
                        </a:spcAft>
                        <a:buNone/>
                      </a:pPr>
                      <a:r>
                        <a:rPr lang="es"/>
                        <a:t>195</a:t>
                      </a:r>
                      <a:endParaRPr/>
                    </a:p>
                  </a:txBody>
                  <a:tcPr marT="91425" marB="91425" marR="91425" marL="91425"/>
                </a:tc>
                <a:tc>
                  <a:txBody>
                    <a:bodyPr/>
                    <a:lstStyle/>
                    <a:p>
                      <a:pPr indent="0" lvl="0" marL="0" rtl="0" algn="l">
                        <a:spcBef>
                          <a:spcPts val="0"/>
                        </a:spcBef>
                        <a:spcAft>
                          <a:spcPts val="0"/>
                        </a:spcAft>
                        <a:buNone/>
                      </a:pPr>
                      <a:r>
                        <a:rPr lang="es"/>
                        <a:t>125</a:t>
                      </a:r>
                      <a:endParaRPr/>
                    </a:p>
                  </a:txBody>
                  <a:tcPr marT="91425" marB="91425" marR="91425" marL="91425"/>
                </a:tc>
                <a:tc>
                  <a:txBody>
                    <a:bodyPr/>
                    <a:lstStyle/>
                    <a:p>
                      <a:pPr indent="0" lvl="0" marL="0" rtl="0" algn="l">
                        <a:spcBef>
                          <a:spcPts val="0"/>
                        </a:spcBef>
                        <a:spcAft>
                          <a:spcPts val="0"/>
                        </a:spcAft>
                        <a:buNone/>
                      </a:pPr>
                      <a:r>
                        <a:rPr lang="es"/>
                        <a:t>10</a:t>
                      </a:r>
                      <a:endParaRPr/>
                    </a:p>
                  </a:txBody>
                  <a:tcPr marT="91425" marB="91425" marR="91425" marL="91425"/>
                </a:tc>
              </a:tr>
              <a:tr h="381000">
                <a:tc>
                  <a:txBody>
                    <a:bodyPr/>
                    <a:lstStyle/>
                    <a:p>
                      <a:pPr indent="0" lvl="0" marL="0" rtl="0" algn="l">
                        <a:spcBef>
                          <a:spcPts val="0"/>
                        </a:spcBef>
                        <a:spcAft>
                          <a:spcPts val="0"/>
                        </a:spcAft>
                        <a:buNone/>
                      </a:pPr>
                      <a:r>
                        <a:rPr lang="es"/>
                        <a:t>152</a:t>
                      </a:r>
                      <a:endParaRPr/>
                    </a:p>
                  </a:txBody>
                  <a:tcPr marT="91425" marB="91425" marR="91425" marL="91425"/>
                </a:tc>
                <a:tc>
                  <a:txBody>
                    <a:bodyPr/>
                    <a:lstStyle/>
                    <a:p>
                      <a:pPr indent="0" lvl="0" marL="0" rtl="0" algn="l">
                        <a:spcBef>
                          <a:spcPts val="0"/>
                        </a:spcBef>
                        <a:spcAft>
                          <a:spcPts val="0"/>
                        </a:spcAft>
                        <a:buNone/>
                      </a:pPr>
                      <a:r>
                        <a:rPr lang="es"/>
                        <a:t>147</a:t>
                      </a:r>
                      <a:endParaRPr/>
                    </a:p>
                  </a:txBody>
                  <a:tcPr marT="91425" marB="91425" marR="91425" marL="91425"/>
                </a:tc>
                <a:tc>
                  <a:txBody>
                    <a:bodyPr/>
                    <a:lstStyle/>
                    <a:p>
                      <a:pPr indent="0" lvl="0" marL="0" rtl="0" algn="l">
                        <a:spcBef>
                          <a:spcPts val="0"/>
                        </a:spcBef>
                        <a:spcAft>
                          <a:spcPts val="0"/>
                        </a:spcAft>
                        <a:buNone/>
                      </a:pPr>
                      <a:r>
                        <a:rPr lang="es"/>
                        <a:t>5</a:t>
                      </a:r>
                      <a:endParaRPr/>
                    </a:p>
                  </a:txBody>
                  <a:tcPr marT="91425" marB="91425" marR="91425" marL="91425"/>
                </a:tc>
                <a:tc>
                  <a:txBody>
                    <a:bodyPr/>
                    <a:lstStyle/>
                    <a:p>
                      <a:pPr indent="0" lvl="0" marL="0" rtl="0" algn="l">
                        <a:spcBef>
                          <a:spcPts val="0"/>
                        </a:spcBef>
                        <a:spcAft>
                          <a:spcPts val="0"/>
                        </a:spcAft>
                        <a:buNone/>
                      </a:pPr>
                      <a:r>
                        <a:rPr lang="es"/>
                        <a:t>126</a:t>
                      </a:r>
                      <a:endParaRPr/>
                    </a:p>
                  </a:txBody>
                  <a:tcPr marT="91425" marB="91425" marR="91425" marL="91425"/>
                </a:tc>
                <a:tc>
                  <a:txBody>
                    <a:bodyPr/>
                    <a:lstStyle/>
                    <a:p>
                      <a:pPr indent="0" lvl="0" marL="0" rtl="0" algn="l">
                        <a:spcBef>
                          <a:spcPts val="0"/>
                        </a:spcBef>
                        <a:spcAft>
                          <a:spcPts val="0"/>
                        </a:spcAft>
                        <a:buNone/>
                      </a:pPr>
                      <a:r>
                        <a:rPr lang="es"/>
                        <a:t>137</a:t>
                      </a:r>
                      <a:endParaRPr/>
                    </a:p>
                  </a:txBody>
                  <a:tcPr marT="91425" marB="91425" marR="91425" marL="91425"/>
                </a:tc>
                <a:tc>
                  <a:txBody>
                    <a:bodyPr/>
                    <a:lstStyle/>
                    <a:p>
                      <a:pPr indent="0" lvl="0" marL="0" rtl="0" algn="l">
                        <a:spcBef>
                          <a:spcPts val="0"/>
                        </a:spcBef>
                        <a:spcAft>
                          <a:spcPts val="0"/>
                        </a:spcAft>
                        <a:buNone/>
                      </a:pPr>
                      <a:r>
                        <a:rPr lang="es"/>
                        <a:t>91</a:t>
                      </a:r>
                      <a:endParaRPr/>
                    </a:p>
                  </a:txBody>
                  <a:tcPr marT="91425" marB="91425" marR="91425" marL="91425"/>
                </a:tc>
                <a:tc>
                  <a:txBody>
                    <a:bodyPr/>
                    <a:lstStyle/>
                    <a:p>
                      <a:pPr indent="0" lvl="0" marL="0" rtl="0" algn="l">
                        <a:spcBef>
                          <a:spcPts val="0"/>
                        </a:spcBef>
                        <a:spcAft>
                          <a:spcPts val="0"/>
                        </a:spcAft>
                        <a:buNone/>
                      </a:pPr>
                      <a:r>
                        <a:rPr lang="es"/>
                        <a:t>118</a:t>
                      </a:r>
                      <a:endParaRPr/>
                    </a:p>
                  </a:txBody>
                  <a:tcPr marT="91425" marB="91425" marR="91425" marL="91425"/>
                </a:tc>
                <a:tc>
                  <a:txBody>
                    <a:bodyPr/>
                    <a:lstStyle/>
                    <a:p>
                      <a:pPr indent="0" lvl="0" marL="0" rtl="0" algn="l">
                        <a:spcBef>
                          <a:spcPts val="0"/>
                        </a:spcBef>
                        <a:spcAft>
                          <a:spcPts val="0"/>
                        </a:spcAft>
                        <a:buNone/>
                      </a:pPr>
                      <a:r>
                        <a:rPr lang="es"/>
                        <a:t>36</a:t>
                      </a:r>
                      <a:endParaRPr/>
                    </a:p>
                  </a:txBody>
                  <a:tcPr marT="91425" marB="91425" marR="91425" marL="91425"/>
                </a:tc>
              </a:tr>
              <a:tr h="381000">
                <a:tc>
                  <a:txBody>
                    <a:bodyPr/>
                    <a:lstStyle/>
                    <a:p>
                      <a:pPr indent="0" lvl="0" marL="0" rtl="0" algn="l">
                        <a:spcBef>
                          <a:spcPts val="0"/>
                        </a:spcBef>
                        <a:spcAft>
                          <a:spcPts val="0"/>
                        </a:spcAft>
                        <a:buNone/>
                      </a:pPr>
                      <a:r>
                        <a:rPr lang="es"/>
                        <a:t>135</a:t>
                      </a:r>
                      <a:endParaRPr/>
                    </a:p>
                  </a:txBody>
                  <a:tcPr marT="91425" marB="91425" marR="91425" marL="91425"/>
                </a:tc>
                <a:tc>
                  <a:txBody>
                    <a:bodyPr/>
                    <a:lstStyle/>
                    <a:p>
                      <a:pPr indent="0" lvl="0" marL="0" rtl="0" algn="l">
                        <a:spcBef>
                          <a:spcPts val="0"/>
                        </a:spcBef>
                        <a:spcAft>
                          <a:spcPts val="0"/>
                        </a:spcAft>
                        <a:buNone/>
                      </a:pPr>
                      <a:r>
                        <a:rPr lang="es"/>
                        <a:t>52</a:t>
                      </a:r>
                      <a:endParaRPr/>
                    </a:p>
                  </a:txBody>
                  <a:tcPr marT="91425" marB="91425" marR="91425" marL="91425"/>
                </a:tc>
                <a:tc>
                  <a:txBody>
                    <a:bodyPr/>
                    <a:lstStyle/>
                    <a:p>
                      <a:pPr indent="0" lvl="0" marL="0" rtl="0" algn="l">
                        <a:spcBef>
                          <a:spcPts val="0"/>
                        </a:spcBef>
                        <a:spcAft>
                          <a:spcPts val="0"/>
                        </a:spcAft>
                        <a:buNone/>
                      </a:pPr>
                      <a:r>
                        <a:rPr lang="es"/>
                        <a:t>64</a:t>
                      </a:r>
                      <a:endParaRPr/>
                    </a:p>
                  </a:txBody>
                  <a:tcPr marT="91425" marB="91425" marR="91425" marL="91425"/>
                </a:tc>
                <a:tc>
                  <a:txBody>
                    <a:bodyPr/>
                    <a:lstStyle/>
                    <a:p>
                      <a:pPr indent="0" lvl="0" marL="0" rtl="0" algn="l">
                        <a:spcBef>
                          <a:spcPts val="0"/>
                        </a:spcBef>
                        <a:spcAft>
                          <a:spcPts val="0"/>
                        </a:spcAft>
                        <a:buNone/>
                      </a:pPr>
                      <a:r>
                        <a:rPr lang="es"/>
                        <a:t>14</a:t>
                      </a:r>
                      <a:endParaRPr/>
                    </a:p>
                  </a:txBody>
                  <a:tcPr marT="91425" marB="91425" marR="91425" marL="91425"/>
                </a:tc>
                <a:tc>
                  <a:txBody>
                    <a:bodyPr/>
                    <a:lstStyle/>
                    <a:p>
                      <a:pPr indent="0" lvl="0" marL="0" rtl="0" algn="l">
                        <a:spcBef>
                          <a:spcPts val="0"/>
                        </a:spcBef>
                        <a:spcAft>
                          <a:spcPts val="0"/>
                        </a:spcAft>
                        <a:buNone/>
                      </a:pPr>
                      <a:r>
                        <a:rPr lang="es"/>
                        <a:t>103</a:t>
                      </a:r>
                      <a:endParaRPr/>
                    </a:p>
                  </a:txBody>
                  <a:tcPr marT="91425" marB="91425" marR="91425" marL="91425"/>
                </a:tc>
                <a:tc>
                  <a:txBody>
                    <a:bodyPr/>
                    <a:lstStyle/>
                    <a:p>
                      <a:pPr indent="0" lvl="0" marL="0" rtl="0" algn="l">
                        <a:spcBef>
                          <a:spcPts val="0"/>
                        </a:spcBef>
                        <a:spcAft>
                          <a:spcPts val="0"/>
                        </a:spcAft>
                        <a:buNone/>
                      </a:pPr>
                      <a:r>
                        <a:rPr lang="es"/>
                        <a:t>100</a:t>
                      </a:r>
                      <a:endParaRPr/>
                    </a:p>
                  </a:txBody>
                  <a:tcPr marT="91425" marB="91425" marR="91425" marL="91425"/>
                </a:tc>
                <a:tc>
                  <a:txBody>
                    <a:bodyPr/>
                    <a:lstStyle/>
                    <a:p>
                      <a:pPr indent="0" lvl="0" marL="0" rtl="0" algn="l">
                        <a:spcBef>
                          <a:spcPts val="0"/>
                        </a:spcBef>
                        <a:spcAft>
                          <a:spcPts val="0"/>
                        </a:spcAft>
                        <a:buNone/>
                      </a:pPr>
                      <a:r>
                        <a:rPr lang="es"/>
                        <a:t>180</a:t>
                      </a:r>
                      <a:endParaRPr/>
                    </a:p>
                  </a:txBody>
                  <a:tcPr marT="91425" marB="91425" marR="91425" marL="91425"/>
                </a:tc>
                <a:tc>
                  <a:txBody>
                    <a:bodyPr/>
                    <a:lstStyle/>
                    <a:p>
                      <a:pPr indent="0" lvl="0" marL="0" rtl="0" algn="l">
                        <a:spcBef>
                          <a:spcPts val="0"/>
                        </a:spcBef>
                        <a:spcAft>
                          <a:spcPts val="0"/>
                        </a:spcAft>
                        <a:buNone/>
                      </a:pPr>
                      <a:r>
                        <a:rPr lang="es"/>
                        <a:t>113</a:t>
                      </a:r>
                      <a:endParaRPr/>
                    </a:p>
                  </a:txBody>
                  <a:tcPr marT="91425" marB="91425" marR="91425" marL="91425"/>
                </a:tc>
              </a:tr>
            </a:tbl>
          </a:graphicData>
        </a:graphic>
      </p:graphicFrame>
      <p:sp>
        <p:nvSpPr>
          <p:cNvPr id="231" name="Google Shape;231;p41"/>
          <p:cNvSpPr/>
          <p:nvPr/>
        </p:nvSpPr>
        <p:spPr>
          <a:xfrm>
            <a:off x="3604775" y="1127150"/>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2" name="Google Shape;232;p41"/>
          <p:cNvSpPr/>
          <p:nvPr/>
        </p:nvSpPr>
        <p:spPr>
          <a:xfrm>
            <a:off x="3604775" y="3184340"/>
            <a:ext cx="1002900" cy="377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II</a:t>
            </a:r>
            <a:endParaRPr/>
          </a:p>
        </p:txBody>
      </p:sp>
      <p:sp>
        <p:nvSpPr>
          <p:cNvPr id="238" name="Google Shape;238;p42"/>
          <p:cNvSpPr/>
          <p:nvPr/>
        </p:nvSpPr>
        <p:spPr>
          <a:xfrm>
            <a:off x="837600" y="1106475"/>
            <a:ext cx="3734400" cy="35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39" name="Google Shape;239;p42"/>
          <p:cNvSpPr/>
          <p:nvPr/>
        </p:nvSpPr>
        <p:spPr>
          <a:xfrm>
            <a:off x="5424464" y="1158380"/>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graphicFrame>
        <p:nvGraphicFramePr>
          <p:cNvPr id="240" name="Google Shape;240;p42"/>
          <p:cNvGraphicFramePr/>
          <p:nvPr/>
        </p:nvGraphicFramePr>
        <p:xfrm>
          <a:off x="944014" y="1201550"/>
          <a:ext cx="3000000" cy="3000000"/>
        </p:xfrm>
        <a:graphic>
          <a:graphicData uri="http://schemas.openxmlformats.org/drawingml/2006/table">
            <a:tbl>
              <a:tblPr>
                <a:noFill/>
                <a:tableStyleId>{EFA7E02D-B525-47F5-A5CF-ECB41BEAFE8A}</a:tableStyleId>
              </a:tblPr>
              <a:tblGrid>
                <a:gridCol w="904875"/>
                <a:gridCol w="904875"/>
                <a:gridCol w="904875"/>
                <a:gridCol w="904875"/>
                <a:gridCol w="904875"/>
                <a:gridCol w="904875"/>
                <a:gridCol w="904875"/>
                <a:gridCol w="904875"/>
              </a:tblGrid>
              <a:tr h="100000">
                <a:tc>
                  <a:txBody>
                    <a:bodyPr/>
                    <a:lstStyle/>
                    <a:p>
                      <a:pPr indent="0" lvl="0" marL="0" rtl="0" algn="l">
                        <a:spcBef>
                          <a:spcPts val="0"/>
                        </a:spcBef>
                        <a:spcAft>
                          <a:spcPts val="0"/>
                        </a:spcAft>
                        <a:buNone/>
                      </a:pPr>
                      <a:r>
                        <a:rPr lang="es"/>
                        <a:t>45</a:t>
                      </a:r>
                      <a:endParaRPr/>
                    </a:p>
                  </a:txBody>
                  <a:tcPr marT="91425" marB="91425" marR="91425" marL="91425"/>
                </a:tc>
                <a:tc>
                  <a:txBody>
                    <a:bodyPr/>
                    <a:lstStyle/>
                    <a:p>
                      <a:pPr indent="0" lvl="0" marL="0" rtl="0" algn="l">
                        <a:spcBef>
                          <a:spcPts val="0"/>
                        </a:spcBef>
                        <a:spcAft>
                          <a:spcPts val="0"/>
                        </a:spcAft>
                        <a:buNone/>
                      </a:pPr>
                      <a:r>
                        <a:rPr lang="es"/>
                        <a:t>102</a:t>
                      </a:r>
                      <a:endParaRPr/>
                    </a:p>
                  </a:txBody>
                  <a:tcPr marT="91425" marB="91425" marR="91425" marL="91425"/>
                </a:tc>
                <a:tc>
                  <a:txBody>
                    <a:bodyPr/>
                    <a:lstStyle/>
                    <a:p>
                      <a:pPr indent="0" lvl="0" marL="0" rtl="0" algn="l">
                        <a:spcBef>
                          <a:spcPts val="0"/>
                        </a:spcBef>
                        <a:spcAft>
                          <a:spcPts val="0"/>
                        </a:spcAft>
                        <a:buNone/>
                      </a:pPr>
                      <a:r>
                        <a:rPr lang="es"/>
                        <a:t>128</a:t>
                      </a:r>
                      <a:endParaRPr/>
                    </a:p>
                  </a:txBody>
                  <a:tcPr marT="91425" marB="91425" marR="91425" marL="91425"/>
                </a:tc>
                <a:tc>
                  <a:txBody>
                    <a:bodyPr/>
                    <a:lstStyle/>
                    <a:p>
                      <a:pPr indent="0" lvl="0" marL="0" rtl="0" algn="l">
                        <a:spcBef>
                          <a:spcPts val="0"/>
                        </a:spcBef>
                        <a:spcAft>
                          <a:spcPts val="0"/>
                        </a:spcAft>
                        <a:buNone/>
                      </a:pPr>
                      <a:r>
                        <a:rPr lang="es"/>
                        <a:t>84</a:t>
                      </a:r>
                      <a:endParaRPr/>
                    </a:p>
                  </a:txBody>
                  <a:tcPr marT="91425" marB="91425" marR="91425" marL="91425"/>
                </a:tc>
                <a:tc>
                  <a:txBody>
                    <a:bodyPr/>
                    <a:lstStyle/>
                    <a:p>
                      <a:pPr indent="0" lvl="0" marL="0" rtl="0" algn="l">
                        <a:spcBef>
                          <a:spcPts val="0"/>
                        </a:spcBef>
                        <a:spcAft>
                          <a:spcPts val="0"/>
                        </a:spcAft>
                        <a:buNone/>
                      </a:pPr>
                      <a:r>
                        <a:rPr lang="es"/>
                        <a:t>191</a:t>
                      </a:r>
                      <a:endParaRPr/>
                    </a:p>
                  </a:txBody>
                  <a:tcPr marT="91425" marB="91425" marR="91425" marL="91425"/>
                </a:tc>
                <a:tc>
                  <a:txBody>
                    <a:bodyPr/>
                    <a:lstStyle/>
                    <a:p>
                      <a:pPr indent="0" lvl="0" marL="0" rtl="0" algn="l">
                        <a:spcBef>
                          <a:spcPts val="0"/>
                        </a:spcBef>
                        <a:spcAft>
                          <a:spcPts val="0"/>
                        </a:spcAft>
                        <a:buNone/>
                      </a:pPr>
                      <a:r>
                        <a:rPr lang="es"/>
                        <a:t>87</a:t>
                      </a:r>
                      <a:endParaRPr/>
                    </a:p>
                  </a:txBody>
                  <a:tcPr marT="91425" marB="91425" marR="91425" marL="91425"/>
                </a:tc>
                <a:tc>
                  <a:txBody>
                    <a:bodyPr/>
                    <a:lstStyle/>
                    <a:p>
                      <a:pPr indent="0" lvl="0" marL="0" rtl="0" algn="l">
                        <a:spcBef>
                          <a:spcPts val="0"/>
                        </a:spcBef>
                        <a:spcAft>
                          <a:spcPts val="0"/>
                        </a:spcAft>
                        <a:buNone/>
                      </a:pPr>
                      <a:r>
                        <a:rPr lang="es"/>
                        <a:t>150</a:t>
                      </a:r>
                      <a:endParaRPr/>
                    </a:p>
                  </a:txBody>
                  <a:tcPr marT="91425" marB="91425" marR="91425" marL="91425"/>
                </a:tc>
                <a:tc>
                  <a:txBody>
                    <a:bodyPr/>
                    <a:lstStyle/>
                    <a:p>
                      <a:pPr indent="0" lvl="0" marL="0" rtl="0" algn="l">
                        <a:spcBef>
                          <a:spcPts val="0"/>
                        </a:spcBef>
                        <a:spcAft>
                          <a:spcPts val="0"/>
                        </a:spcAft>
                        <a:buNone/>
                      </a:pPr>
                      <a:r>
                        <a:rPr lang="es"/>
                        <a:t>27</a:t>
                      </a:r>
                      <a:endParaRPr/>
                    </a:p>
                  </a:txBody>
                  <a:tcPr marT="91425" marB="91425" marR="91425" marL="91425"/>
                </a:tc>
              </a:tr>
              <a:tr h="381000">
                <a:tc>
                  <a:txBody>
                    <a:bodyPr/>
                    <a:lstStyle/>
                    <a:p>
                      <a:pPr indent="0" lvl="0" marL="0" rtl="0" algn="l">
                        <a:spcBef>
                          <a:spcPts val="0"/>
                        </a:spcBef>
                        <a:spcAft>
                          <a:spcPts val="0"/>
                        </a:spcAft>
                        <a:buNone/>
                      </a:pPr>
                      <a:r>
                        <a:rPr lang="es"/>
                        <a:t>66</a:t>
                      </a:r>
                      <a:endParaRPr/>
                    </a:p>
                  </a:txBody>
                  <a:tcPr marT="91425" marB="91425" marR="91425" marL="91425"/>
                </a:tc>
                <a:tc>
                  <a:txBody>
                    <a:bodyPr/>
                    <a:lstStyle/>
                    <a:p>
                      <a:pPr indent="0" lvl="0" marL="0" rtl="0" algn="l">
                        <a:spcBef>
                          <a:spcPts val="0"/>
                        </a:spcBef>
                        <a:spcAft>
                          <a:spcPts val="0"/>
                        </a:spcAft>
                        <a:buNone/>
                      </a:pPr>
                      <a:r>
                        <a:rPr lang="es"/>
                        <a:t>38</a:t>
                      </a:r>
                      <a:endParaRPr/>
                    </a:p>
                  </a:txBody>
                  <a:tcPr marT="91425" marB="91425" marR="91425" marL="91425"/>
                </a:tc>
                <a:tc>
                  <a:txBody>
                    <a:bodyPr/>
                    <a:lstStyle/>
                    <a:p>
                      <a:pPr indent="0" lvl="0" marL="0" rtl="0" algn="l">
                        <a:spcBef>
                          <a:spcPts val="0"/>
                        </a:spcBef>
                        <a:spcAft>
                          <a:spcPts val="0"/>
                        </a:spcAft>
                        <a:buNone/>
                      </a:pPr>
                      <a:r>
                        <a:rPr lang="es"/>
                        <a:t>92</a:t>
                      </a:r>
                      <a:endParaRPr/>
                    </a:p>
                  </a:txBody>
                  <a:tcPr marT="91425" marB="91425" marR="91425" marL="91425"/>
                </a:tc>
                <a:tc>
                  <a:txBody>
                    <a:bodyPr/>
                    <a:lstStyle/>
                    <a:p>
                      <a:pPr indent="0" lvl="0" marL="0" rtl="0" algn="l">
                        <a:spcBef>
                          <a:spcPts val="0"/>
                        </a:spcBef>
                        <a:spcAft>
                          <a:spcPts val="0"/>
                        </a:spcAft>
                        <a:buNone/>
                      </a:pPr>
                      <a:r>
                        <a:rPr lang="es"/>
                        <a:t>112</a:t>
                      </a:r>
                      <a:endParaRPr/>
                    </a:p>
                  </a:txBody>
                  <a:tcPr marT="91425" marB="91425" marR="91425" marL="91425"/>
                </a:tc>
                <a:tc>
                  <a:txBody>
                    <a:bodyPr/>
                    <a:lstStyle/>
                    <a:p>
                      <a:pPr indent="0" lvl="0" marL="0" rtl="0" algn="l">
                        <a:spcBef>
                          <a:spcPts val="0"/>
                        </a:spcBef>
                        <a:spcAft>
                          <a:spcPts val="0"/>
                        </a:spcAft>
                        <a:buNone/>
                      </a:pPr>
                      <a:r>
                        <a:rPr lang="es"/>
                        <a:t>114</a:t>
                      </a:r>
                      <a:endParaRPr/>
                    </a:p>
                  </a:txBody>
                  <a:tcPr marT="91425" marB="91425" marR="91425" marL="91425"/>
                </a:tc>
                <a:tc>
                  <a:txBody>
                    <a:bodyPr/>
                    <a:lstStyle/>
                    <a:p>
                      <a:pPr indent="0" lvl="0" marL="0" rtl="0" algn="l">
                        <a:spcBef>
                          <a:spcPts val="0"/>
                        </a:spcBef>
                        <a:spcAft>
                          <a:spcPts val="0"/>
                        </a:spcAft>
                        <a:buNone/>
                      </a:pPr>
                      <a:r>
                        <a:rPr lang="es"/>
                        <a:t>76</a:t>
                      </a:r>
                      <a:endParaRPr/>
                    </a:p>
                  </a:txBody>
                  <a:tcPr marT="91425" marB="91425" marR="91425" marL="91425"/>
                </a:tc>
                <a:tc>
                  <a:txBody>
                    <a:bodyPr/>
                    <a:lstStyle/>
                    <a:p>
                      <a:pPr indent="0" lvl="0" marL="0" rtl="0" algn="l">
                        <a:spcBef>
                          <a:spcPts val="0"/>
                        </a:spcBef>
                        <a:spcAft>
                          <a:spcPts val="0"/>
                        </a:spcAft>
                        <a:buNone/>
                      </a:pPr>
                      <a:r>
                        <a:rPr lang="es"/>
                        <a:t>154</a:t>
                      </a:r>
                      <a:endParaRPr/>
                    </a:p>
                  </a:txBody>
                  <a:tcPr marT="91425" marB="91425" marR="91425" marL="91425"/>
                </a:tc>
                <a:tc>
                  <a:txBody>
                    <a:bodyPr/>
                    <a:lstStyle/>
                    <a:p>
                      <a:pPr indent="0" lvl="0" marL="0" rtl="0" algn="l">
                        <a:spcBef>
                          <a:spcPts val="0"/>
                        </a:spcBef>
                        <a:spcAft>
                          <a:spcPts val="0"/>
                        </a:spcAft>
                        <a:buNone/>
                      </a:pPr>
                      <a:r>
                        <a:rPr lang="es"/>
                        <a:t>122</a:t>
                      </a:r>
                      <a:endParaRPr/>
                    </a:p>
                  </a:txBody>
                  <a:tcPr marT="91425" marB="91425" marR="91425" marL="91425"/>
                </a:tc>
              </a:tr>
              <a:tr h="381000">
                <a:tc>
                  <a:txBody>
                    <a:bodyPr/>
                    <a:lstStyle/>
                    <a:p>
                      <a:pPr indent="0" lvl="0" marL="0" rtl="0" algn="l">
                        <a:spcBef>
                          <a:spcPts val="0"/>
                        </a:spcBef>
                        <a:spcAft>
                          <a:spcPts val="0"/>
                        </a:spcAft>
                        <a:buNone/>
                      </a:pPr>
                      <a:r>
                        <a:rPr lang="es"/>
                        <a:t>25</a:t>
                      </a:r>
                      <a:endParaRPr/>
                    </a:p>
                  </a:txBody>
                  <a:tcPr marT="91425" marB="91425" marR="91425" marL="91425"/>
                </a:tc>
                <a:tc>
                  <a:txBody>
                    <a:bodyPr/>
                    <a:lstStyle/>
                    <a:p>
                      <a:pPr indent="0" lvl="0" marL="0" rtl="0" algn="l">
                        <a:spcBef>
                          <a:spcPts val="0"/>
                        </a:spcBef>
                        <a:spcAft>
                          <a:spcPts val="0"/>
                        </a:spcAft>
                        <a:buNone/>
                      </a:pPr>
                      <a:r>
                        <a:rPr lang="es"/>
                        <a:t>164</a:t>
                      </a:r>
                      <a:endParaRPr/>
                    </a:p>
                  </a:txBody>
                  <a:tcPr marT="91425" marB="91425" marR="91425" marL="91425"/>
                </a:tc>
                <a:tc>
                  <a:txBody>
                    <a:bodyPr/>
                    <a:lstStyle/>
                    <a:p>
                      <a:pPr indent="0" lvl="0" marL="0" rtl="0" algn="l">
                        <a:spcBef>
                          <a:spcPts val="0"/>
                        </a:spcBef>
                        <a:spcAft>
                          <a:spcPts val="0"/>
                        </a:spcAft>
                        <a:buNone/>
                      </a:pPr>
                      <a:r>
                        <a:rPr lang="es"/>
                        <a:t>70</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c>
                  <a:txBody>
                    <a:bodyPr/>
                    <a:lstStyle/>
                    <a:p>
                      <a:pPr indent="0" lvl="0" marL="0" rtl="0" algn="l">
                        <a:spcBef>
                          <a:spcPts val="0"/>
                        </a:spcBef>
                        <a:spcAft>
                          <a:spcPts val="0"/>
                        </a:spcAft>
                        <a:buNone/>
                      </a:pPr>
                      <a:r>
                        <a:rPr lang="es"/>
                        <a:t>79</a:t>
                      </a:r>
                      <a:endParaRPr/>
                    </a:p>
                  </a:txBody>
                  <a:tcPr marT="91425" marB="91425" marR="91425" marL="91425"/>
                </a:tc>
                <a:tc>
                  <a:txBody>
                    <a:bodyPr/>
                    <a:lstStyle/>
                    <a:p>
                      <a:pPr indent="0" lvl="0" marL="0" rtl="0" algn="l">
                        <a:spcBef>
                          <a:spcPts val="0"/>
                        </a:spcBef>
                        <a:spcAft>
                          <a:spcPts val="0"/>
                        </a:spcAft>
                        <a:buNone/>
                      </a:pPr>
                      <a:r>
                        <a:rPr lang="es"/>
                        <a:t>108</a:t>
                      </a:r>
                      <a:endParaRPr/>
                    </a:p>
                  </a:txBody>
                  <a:tcPr marT="91425" marB="91425" marR="91425" marL="91425"/>
                </a:tc>
                <a:tc>
                  <a:txBody>
                    <a:bodyPr/>
                    <a:lstStyle/>
                    <a:p>
                      <a:pPr indent="0" lvl="0" marL="0" rtl="0" algn="l">
                        <a:spcBef>
                          <a:spcPts val="0"/>
                        </a:spcBef>
                        <a:spcAft>
                          <a:spcPts val="0"/>
                        </a:spcAft>
                        <a:buNone/>
                      </a:pPr>
                      <a:r>
                        <a:rPr lang="es"/>
                        <a:t>20</a:t>
                      </a:r>
                      <a:endParaRPr/>
                    </a:p>
                  </a:txBody>
                  <a:tcPr marT="91425" marB="91425" marR="91425" marL="91425"/>
                </a:tc>
                <a:tc>
                  <a:txBody>
                    <a:bodyPr/>
                    <a:lstStyle/>
                    <a:p>
                      <a:pPr indent="0" lvl="0" marL="0" rtl="0" algn="l">
                        <a:spcBef>
                          <a:spcPts val="0"/>
                        </a:spcBef>
                        <a:spcAft>
                          <a:spcPts val="0"/>
                        </a:spcAft>
                        <a:buNone/>
                      </a:pPr>
                      <a:r>
                        <a:rPr lang="es"/>
                        <a:t>185</a:t>
                      </a:r>
                      <a:endParaRPr/>
                    </a:p>
                  </a:txBody>
                  <a:tcPr marT="91425" marB="91425" marR="91425" marL="91425"/>
                </a:tc>
              </a:tr>
              <a:tr h="381000">
                <a:tc>
                  <a:txBody>
                    <a:bodyPr/>
                    <a:lstStyle/>
                    <a:p>
                      <a:pPr indent="0" lvl="0" marL="0" rtl="0" algn="l">
                        <a:spcBef>
                          <a:spcPts val="0"/>
                        </a:spcBef>
                        <a:spcAft>
                          <a:spcPts val="0"/>
                        </a:spcAft>
                        <a:buNone/>
                      </a:pPr>
                      <a:r>
                        <a:rPr lang="es"/>
                        <a:t>18</a:t>
                      </a:r>
                      <a:endParaRPr/>
                    </a:p>
                  </a:txBody>
                  <a:tcPr marT="91425" marB="91425" marR="91425" marL="91425"/>
                </a:tc>
                <a:tc>
                  <a:txBody>
                    <a:bodyPr/>
                    <a:lstStyle/>
                    <a:p>
                      <a:pPr indent="0" lvl="0" marL="0" rtl="0" algn="l">
                        <a:spcBef>
                          <a:spcPts val="0"/>
                        </a:spcBef>
                        <a:spcAft>
                          <a:spcPts val="0"/>
                        </a:spcAft>
                        <a:buNone/>
                      </a:pPr>
                      <a:r>
                        <a:rPr lang="es"/>
                        <a:t>77</a:t>
                      </a:r>
                      <a:endParaRPr/>
                    </a:p>
                  </a:txBody>
                  <a:tcPr marT="91425" marB="91425" marR="91425" marL="91425"/>
                </a:tc>
                <a:tc>
                  <a:txBody>
                    <a:bodyPr/>
                    <a:lstStyle/>
                    <a:p>
                      <a:pPr indent="0" lvl="0" marL="0" rtl="0" algn="l">
                        <a:spcBef>
                          <a:spcPts val="0"/>
                        </a:spcBef>
                        <a:spcAft>
                          <a:spcPts val="0"/>
                        </a:spcAft>
                        <a:buNone/>
                      </a:pPr>
                      <a:r>
                        <a:rPr lang="es"/>
                        <a:t>90</a:t>
                      </a:r>
                      <a:endParaRPr/>
                    </a:p>
                  </a:txBody>
                  <a:tcPr marT="91425" marB="91425" marR="91425" marL="91425"/>
                </a:tc>
                <a:tc>
                  <a:txBody>
                    <a:bodyPr/>
                    <a:lstStyle/>
                    <a:p>
                      <a:pPr indent="0" lvl="0" marL="0" rtl="0" algn="l">
                        <a:spcBef>
                          <a:spcPts val="0"/>
                        </a:spcBef>
                        <a:spcAft>
                          <a:spcPts val="0"/>
                        </a:spcAft>
                        <a:buNone/>
                      </a:pPr>
                      <a:r>
                        <a:rPr lang="es"/>
                        <a:t>106</a:t>
                      </a:r>
                      <a:endParaRPr/>
                    </a:p>
                  </a:txBody>
                  <a:tcPr marT="91425" marB="91425" marR="91425" marL="91425"/>
                </a:tc>
                <a:tc>
                  <a:txBody>
                    <a:bodyPr/>
                    <a:lstStyle/>
                    <a:p>
                      <a:pPr indent="0" lvl="0" marL="0" rtl="0" algn="l">
                        <a:spcBef>
                          <a:spcPts val="0"/>
                        </a:spcBef>
                        <a:spcAft>
                          <a:spcPts val="0"/>
                        </a:spcAft>
                        <a:buNone/>
                      </a:pPr>
                      <a:r>
                        <a:rPr lang="es"/>
                        <a:t>35</a:t>
                      </a:r>
                      <a:endParaRPr/>
                    </a:p>
                  </a:txBody>
                  <a:tcPr marT="91425" marB="91425" marR="91425" marL="91425"/>
                </a:tc>
                <a:tc>
                  <a:txBody>
                    <a:bodyPr/>
                    <a:lstStyle/>
                    <a:p>
                      <a:pPr indent="0" lvl="0" marL="0" rtl="0" algn="l">
                        <a:spcBef>
                          <a:spcPts val="0"/>
                        </a:spcBef>
                        <a:spcAft>
                          <a:spcPts val="0"/>
                        </a:spcAft>
                        <a:buNone/>
                      </a:pPr>
                      <a:r>
                        <a:rPr lang="es"/>
                        <a:t>68</a:t>
                      </a:r>
                      <a:endParaRPr/>
                    </a:p>
                  </a:txBody>
                  <a:tcPr marT="91425" marB="91425" marR="91425" marL="91425"/>
                </a:tc>
                <a:tc>
                  <a:txBody>
                    <a:bodyPr/>
                    <a:lstStyle/>
                    <a:p>
                      <a:pPr indent="0" lvl="0" marL="0" rtl="0" algn="l">
                        <a:spcBef>
                          <a:spcPts val="0"/>
                        </a:spcBef>
                        <a:spcAft>
                          <a:spcPts val="0"/>
                        </a:spcAft>
                        <a:buNone/>
                      </a:pPr>
                      <a:r>
                        <a:rPr lang="es"/>
                        <a:t>176</a:t>
                      </a:r>
                      <a:endParaRPr/>
                    </a:p>
                  </a:txBody>
                  <a:tcPr marT="91425" marB="91425" marR="91425" marL="91425"/>
                </a:tc>
                <a:tc>
                  <a:txBody>
                    <a:bodyPr/>
                    <a:lstStyle/>
                    <a:p>
                      <a:pPr indent="0" lvl="0" marL="0" rtl="0" algn="l">
                        <a:spcBef>
                          <a:spcPts val="0"/>
                        </a:spcBef>
                        <a:spcAft>
                          <a:spcPts val="0"/>
                        </a:spcAft>
                        <a:buNone/>
                      </a:pPr>
                      <a:r>
                        <a:rPr lang="es"/>
                        <a:t>74</a:t>
                      </a:r>
                      <a:endParaRPr/>
                    </a:p>
                  </a:txBody>
                  <a:tcPr marT="91425" marB="91425" marR="91425" marL="91425"/>
                </a:tc>
              </a:tr>
              <a:tr h="381000">
                <a:tc>
                  <a:txBody>
                    <a:bodyPr/>
                    <a:lstStyle/>
                    <a:p>
                      <a:pPr indent="0" lvl="0" marL="0" rtl="0" algn="l">
                        <a:spcBef>
                          <a:spcPts val="0"/>
                        </a:spcBef>
                        <a:spcAft>
                          <a:spcPts val="0"/>
                        </a:spcAft>
                        <a:buNone/>
                      </a:pPr>
                      <a:r>
                        <a:rPr lang="es"/>
                        <a:t>181</a:t>
                      </a:r>
                      <a:endParaRPr/>
                    </a:p>
                  </a:txBody>
                  <a:tcPr marT="91425" marB="91425" marR="91425" marL="91425"/>
                </a:tc>
                <a:tc>
                  <a:txBody>
                    <a:bodyPr/>
                    <a:lstStyle/>
                    <a:p>
                      <a:pPr indent="0" lvl="0" marL="0" rtl="0" algn="l">
                        <a:spcBef>
                          <a:spcPts val="0"/>
                        </a:spcBef>
                        <a:spcAft>
                          <a:spcPts val="0"/>
                        </a:spcAft>
                        <a:buNone/>
                      </a:pPr>
                      <a:r>
                        <a:rPr lang="es"/>
                        <a:t>22</a:t>
                      </a:r>
                      <a:endParaRPr/>
                    </a:p>
                  </a:txBody>
                  <a:tcPr marT="91425" marB="91425" marR="91425" marL="91425"/>
                </a:tc>
                <a:tc>
                  <a:txBody>
                    <a:bodyPr/>
                    <a:lstStyle/>
                    <a:p>
                      <a:pPr indent="0" lvl="0" marL="0" rtl="0" algn="l">
                        <a:spcBef>
                          <a:spcPts val="0"/>
                        </a:spcBef>
                        <a:spcAft>
                          <a:spcPts val="0"/>
                        </a:spcAft>
                        <a:buNone/>
                      </a:pPr>
                      <a:r>
                        <a:rPr lang="es"/>
                        <a:t>200</a:t>
                      </a:r>
                      <a:endParaRPr/>
                    </a:p>
                  </a:txBody>
                  <a:tcPr marT="91425" marB="91425" marR="91425" marL="91425"/>
                </a:tc>
                <a:tc>
                  <a:txBody>
                    <a:bodyPr/>
                    <a:lstStyle/>
                    <a:p>
                      <a:pPr indent="0" lvl="0" marL="0" rtl="0" algn="l">
                        <a:spcBef>
                          <a:spcPts val="0"/>
                        </a:spcBef>
                        <a:spcAft>
                          <a:spcPts val="0"/>
                        </a:spcAft>
                        <a:buNone/>
                      </a:pPr>
                      <a:r>
                        <a:rPr lang="es"/>
                        <a:t>86</a:t>
                      </a:r>
                      <a:endParaRPr/>
                    </a:p>
                  </a:txBody>
                  <a:tcPr marT="91425" marB="91425" marR="91425" marL="91425"/>
                </a:tc>
                <a:tc>
                  <a:txBody>
                    <a:bodyPr/>
                    <a:lstStyle/>
                    <a:p>
                      <a:pPr indent="0" lvl="0" marL="0" rtl="0" algn="l">
                        <a:spcBef>
                          <a:spcPts val="0"/>
                        </a:spcBef>
                        <a:spcAft>
                          <a:spcPts val="0"/>
                        </a:spcAft>
                        <a:buNone/>
                      </a:pPr>
                      <a:r>
                        <a:rPr lang="es"/>
                        <a:t>144</a:t>
                      </a:r>
                      <a:endParaRPr/>
                    </a:p>
                  </a:txBody>
                  <a:tcPr marT="91425" marB="91425" marR="91425" marL="91425"/>
                </a:tc>
                <a:tc>
                  <a:txBody>
                    <a:bodyPr/>
                    <a:lstStyle/>
                    <a:p>
                      <a:pPr indent="0" lvl="0" marL="0" rtl="0" algn="l">
                        <a:spcBef>
                          <a:spcPts val="0"/>
                        </a:spcBef>
                        <a:spcAft>
                          <a:spcPts val="0"/>
                        </a:spcAft>
                        <a:buNone/>
                      </a:pPr>
                      <a:r>
                        <a:rPr lang="es"/>
                        <a:t>37</a:t>
                      </a:r>
                      <a:endParaRPr/>
                    </a:p>
                  </a:txBody>
                  <a:tcPr marT="91425" marB="91425" marR="91425" marL="91425"/>
                </a:tc>
                <a:tc>
                  <a:txBody>
                    <a:bodyPr/>
                    <a:lstStyle/>
                    <a:p>
                      <a:pPr indent="0" lvl="0" marL="0" rtl="0" algn="l">
                        <a:spcBef>
                          <a:spcPts val="0"/>
                        </a:spcBef>
                        <a:spcAft>
                          <a:spcPts val="0"/>
                        </a:spcAft>
                        <a:buNone/>
                      </a:pPr>
                      <a:r>
                        <a:rPr lang="es"/>
                        <a:t>23</a:t>
                      </a:r>
                      <a:endParaRPr/>
                    </a:p>
                  </a:txBody>
                  <a:tcPr marT="91425" marB="91425" marR="91425" marL="91425"/>
                </a:tc>
                <a:tc>
                  <a:txBody>
                    <a:bodyPr/>
                    <a:lstStyle/>
                    <a:p>
                      <a:pPr indent="0" lvl="0" marL="0" rtl="0" algn="l">
                        <a:spcBef>
                          <a:spcPts val="0"/>
                        </a:spcBef>
                        <a:spcAft>
                          <a:spcPts val="0"/>
                        </a:spcAft>
                        <a:buNone/>
                      </a:pPr>
                      <a:r>
                        <a:rPr lang="es"/>
                        <a:t>69</a:t>
                      </a:r>
                      <a:endParaRPr/>
                    </a:p>
                  </a:txBody>
                  <a:tcPr marT="91425" marB="91425" marR="91425" marL="91425"/>
                </a:tc>
              </a:tr>
              <a:tr h="381000">
                <a:tc>
                  <a:txBody>
                    <a:bodyPr/>
                    <a:lstStyle/>
                    <a:p>
                      <a:pPr indent="0" lvl="0" marL="0" rtl="0" algn="l">
                        <a:spcBef>
                          <a:spcPts val="0"/>
                        </a:spcBef>
                        <a:spcAft>
                          <a:spcPts val="0"/>
                        </a:spcAft>
                        <a:buNone/>
                      </a:pPr>
                      <a:r>
                        <a:rPr lang="es"/>
                        <a:t>46</a:t>
                      </a:r>
                      <a:endParaRPr/>
                    </a:p>
                  </a:txBody>
                  <a:tcPr marT="91425" marB="91425" marR="91425" marL="91425"/>
                </a:tc>
                <a:tc>
                  <a:txBody>
                    <a:bodyPr/>
                    <a:lstStyle/>
                    <a:p>
                      <a:pPr indent="0" lvl="0" marL="0" rtl="0" algn="l">
                        <a:spcBef>
                          <a:spcPts val="0"/>
                        </a:spcBef>
                        <a:spcAft>
                          <a:spcPts val="0"/>
                        </a:spcAft>
                        <a:buNone/>
                      </a:pPr>
                      <a:r>
                        <a:rPr lang="es"/>
                        <a:t>151</a:t>
                      </a:r>
                      <a:endParaRPr/>
                    </a:p>
                  </a:txBody>
                  <a:tcPr marT="91425" marB="91425" marR="91425" marL="91425"/>
                </a:tc>
                <a:tc>
                  <a:txBody>
                    <a:bodyPr/>
                    <a:lstStyle/>
                    <a:p>
                      <a:pPr indent="0" lvl="0" marL="0" rtl="0" algn="l">
                        <a:spcBef>
                          <a:spcPts val="0"/>
                        </a:spcBef>
                        <a:spcAft>
                          <a:spcPts val="0"/>
                        </a:spcAft>
                        <a:buNone/>
                      </a:pPr>
                      <a:r>
                        <a:rPr lang="es"/>
                        <a:t>121</a:t>
                      </a:r>
                      <a:endParaRPr/>
                    </a:p>
                  </a:txBody>
                  <a:tcPr marT="91425" marB="91425" marR="91425" marL="91425"/>
                </a:tc>
                <a:tc>
                  <a:txBody>
                    <a:bodyPr/>
                    <a:lstStyle/>
                    <a:p>
                      <a:pPr indent="0" lvl="0" marL="0" rtl="0" algn="l">
                        <a:spcBef>
                          <a:spcPts val="0"/>
                        </a:spcBef>
                        <a:spcAft>
                          <a:spcPts val="0"/>
                        </a:spcAft>
                        <a:buNone/>
                      </a:pPr>
                      <a:r>
                        <a:rPr lang="es"/>
                        <a:t>3</a:t>
                      </a:r>
                      <a:endParaRPr/>
                    </a:p>
                  </a:txBody>
                  <a:tcPr marT="91425" marB="91425" marR="91425" marL="91425"/>
                </a:tc>
                <a:tc>
                  <a:txBody>
                    <a:bodyPr/>
                    <a:lstStyle/>
                    <a:p>
                      <a:pPr indent="0" lvl="0" marL="0" rtl="0" algn="l">
                        <a:spcBef>
                          <a:spcPts val="0"/>
                        </a:spcBef>
                        <a:spcAft>
                          <a:spcPts val="0"/>
                        </a:spcAft>
                        <a:buNone/>
                      </a:pPr>
                      <a:r>
                        <a:rPr lang="es"/>
                        <a:t>30</a:t>
                      </a:r>
                      <a:endParaRPr/>
                    </a:p>
                  </a:txBody>
                  <a:tcPr marT="91425" marB="91425" marR="91425" marL="91425"/>
                </a:tc>
                <a:tc>
                  <a:txBody>
                    <a:bodyPr/>
                    <a:lstStyle/>
                    <a:p>
                      <a:pPr indent="0" lvl="0" marL="0" rtl="0" algn="l">
                        <a:spcBef>
                          <a:spcPts val="0"/>
                        </a:spcBef>
                        <a:spcAft>
                          <a:spcPts val="0"/>
                        </a:spcAft>
                        <a:buNone/>
                      </a:pPr>
                      <a:r>
                        <a:rPr lang="es"/>
                        <a:t>195</a:t>
                      </a:r>
                      <a:endParaRPr/>
                    </a:p>
                  </a:txBody>
                  <a:tcPr marT="91425" marB="91425" marR="91425" marL="91425"/>
                </a:tc>
                <a:tc>
                  <a:txBody>
                    <a:bodyPr/>
                    <a:lstStyle/>
                    <a:p>
                      <a:pPr indent="0" lvl="0" marL="0" rtl="0" algn="l">
                        <a:spcBef>
                          <a:spcPts val="0"/>
                        </a:spcBef>
                        <a:spcAft>
                          <a:spcPts val="0"/>
                        </a:spcAft>
                        <a:buNone/>
                      </a:pPr>
                      <a:r>
                        <a:rPr lang="es"/>
                        <a:t>125</a:t>
                      </a:r>
                      <a:endParaRPr/>
                    </a:p>
                  </a:txBody>
                  <a:tcPr marT="91425" marB="91425" marR="91425" marL="91425"/>
                </a:tc>
                <a:tc>
                  <a:txBody>
                    <a:bodyPr/>
                    <a:lstStyle/>
                    <a:p>
                      <a:pPr indent="0" lvl="0" marL="0" rtl="0" algn="l">
                        <a:spcBef>
                          <a:spcPts val="0"/>
                        </a:spcBef>
                        <a:spcAft>
                          <a:spcPts val="0"/>
                        </a:spcAft>
                        <a:buNone/>
                      </a:pPr>
                      <a:r>
                        <a:rPr lang="es"/>
                        <a:t>10</a:t>
                      </a:r>
                      <a:endParaRPr/>
                    </a:p>
                  </a:txBody>
                  <a:tcPr marT="91425" marB="91425" marR="91425" marL="91425"/>
                </a:tc>
              </a:tr>
              <a:tr h="381000">
                <a:tc>
                  <a:txBody>
                    <a:bodyPr/>
                    <a:lstStyle/>
                    <a:p>
                      <a:pPr indent="0" lvl="0" marL="0" rtl="0" algn="l">
                        <a:spcBef>
                          <a:spcPts val="0"/>
                        </a:spcBef>
                        <a:spcAft>
                          <a:spcPts val="0"/>
                        </a:spcAft>
                        <a:buNone/>
                      </a:pPr>
                      <a:r>
                        <a:rPr lang="es"/>
                        <a:t>152</a:t>
                      </a:r>
                      <a:endParaRPr/>
                    </a:p>
                  </a:txBody>
                  <a:tcPr marT="91425" marB="91425" marR="91425" marL="91425"/>
                </a:tc>
                <a:tc>
                  <a:txBody>
                    <a:bodyPr/>
                    <a:lstStyle/>
                    <a:p>
                      <a:pPr indent="0" lvl="0" marL="0" rtl="0" algn="l">
                        <a:spcBef>
                          <a:spcPts val="0"/>
                        </a:spcBef>
                        <a:spcAft>
                          <a:spcPts val="0"/>
                        </a:spcAft>
                        <a:buNone/>
                      </a:pPr>
                      <a:r>
                        <a:rPr lang="es"/>
                        <a:t>147</a:t>
                      </a:r>
                      <a:endParaRPr/>
                    </a:p>
                  </a:txBody>
                  <a:tcPr marT="91425" marB="91425" marR="91425" marL="91425"/>
                </a:tc>
                <a:tc>
                  <a:txBody>
                    <a:bodyPr/>
                    <a:lstStyle/>
                    <a:p>
                      <a:pPr indent="0" lvl="0" marL="0" rtl="0" algn="l">
                        <a:spcBef>
                          <a:spcPts val="0"/>
                        </a:spcBef>
                        <a:spcAft>
                          <a:spcPts val="0"/>
                        </a:spcAft>
                        <a:buNone/>
                      </a:pPr>
                      <a:r>
                        <a:rPr lang="es"/>
                        <a:t>5</a:t>
                      </a:r>
                      <a:endParaRPr/>
                    </a:p>
                  </a:txBody>
                  <a:tcPr marT="91425" marB="91425" marR="91425" marL="91425"/>
                </a:tc>
                <a:tc>
                  <a:txBody>
                    <a:bodyPr/>
                    <a:lstStyle/>
                    <a:p>
                      <a:pPr indent="0" lvl="0" marL="0" rtl="0" algn="l">
                        <a:spcBef>
                          <a:spcPts val="0"/>
                        </a:spcBef>
                        <a:spcAft>
                          <a:spcPts val="0"/>
                        </a:spcAft>
                        <a:buNone/>
                      </a:pPr>
                      <a:r>
                        <a:rPr lang="es"/>
                        <a:t>126</a:t>
                      </a:r>
                      <a:endParaRPr/>
                    </a:p>
                  </a:txBody>
                  <a:tcPr marT="91425" marB="91425" marR="91425" marL="91425"/>
                </a:tc>
                <a:tc>
                  <a:txBody>
                    <a:bodyPr/>
                    <a:lstStyle/>
                    <a:p>
                      <a:pPr indent="0" lvl="0" marL="0" rtl="0" algn="l">
                        <a:spcBef>
                          <a:spcPts val="0"/>
                        </a:spcBef>
                        <a:spcAft>
                          <a:spcPts val="0"/>
                        </a:spcAft>
                        <a:buNone/>
                      </a:pPr>
                      <a:r>
                        <a:rPr lang="es"/>
                        <a:t>137</a:t>
                      </a:r>
                      <a:endParaRPr/>
                    </a:p>
                  </a:txBody>
                  <a:tcPr marT="91425" marB="91425" marR="91425" marL="91425"/>
                </a:tc>
                <a:tc>
                  <a:txBody>
                    <a:bodyPr/>
                    <a:lstStyle/>
                    <a:p>
                      <a:pPr indent="0" lvl="0" marL="0" rtl="0" algn="l">
                        <a:spcBef>
                          <a:spcPts val="0"/>
                        </a:spcBef>
                        <a:spcAft>
                          <a:spcPts val="0"/>
                        </a:spcAft>
                        <a:buNone/>
                      </a:pPr>
                      <a:r>
                        <a:rPr lang="es"/>
                        <a:t>91</a:t>
                      </a:r>
                      <a:endParaRPr/>
                    </a:p>
                  </a:txBody>
                  <a:tcPr marT="91425" marB="91425" marR="91425" marL="91425"/>
                </a:tc>
                <a:tc>
                  <a:txBody>
                    <a:bodyPr/>
                    <a:lstStyle/>
                    <a:p>
                      <a:pPr indent="0" lvl="0" marL="0" rtl="0" algn="l">
                        <a:spcBef>
                          <a:spcPts val="0"/>
                        </a:spcBef>
                        <a:spcAft>
                          <a:spcPts val="0"/>
                        </a:spcAft>
                        <a:buNone/>
                      </a:pPr>
                      <a:r>
                        <a:rPr lang="es"/>
                        <a:t>118</a:t>
                      </a:r>
                      <a:endParaRPr/>
                    </a:p>
                  </a:txBody>
                  <a:tcPr marT="91425" marB="91425" marR="91425" marL="91425"/>
                </a:tc>
                <a:tc>
                  <a:txBody>
                    <a:bodyPr/>
                    <a:lstStyle/>
                    <a:p>
                      <a:pPr indent="0" lvl="0" marL="0" rtl="0" algn="l">
                        <a:spcBef>
                          <a:spcPts val="0"/>
                        </a:spcBef>
                        <a:spcAft>
                          <a:spcPts val="0"/>
                        </a:spcAft>
                        <a:buNone/>
                      </a:pPr>
                      <a:r>
                        <a:rPr lang="es"/>
                        <a:t>36</a:t>
                      </a:r>
                      <a:endParaRPr/>
                    </a:p>
                  </a:txBody>
                  <a:tcPr marT="91425" marB="91425" marR="91425" marL="91425"/>
                </a:tc>
              </a:tr>
              <a:tr h="381000">
                <a:tc>
                  <a:txBody>
                    <a:bodyPr/>
                    <a:lstStyle/>
                    <a:p>
                      <a:pPr indent="0" lvl="0" marL="0" rtl="0" algn="l">
                        <a:spcBef>
                          <a:spcPts val="0"/>
                        </a:spcBef>
                        <a:spcAft>
                          <a:spcPts val="0"/>
                        </a:spcAft>
                        <a:buNone/>
                      </a:pPr>
                      <a:r>
                        <a:rPr lang="es"/>
                        <a:t>135</a:t>
                      </a:r>
                      <a:endParaRPr/>
                    </a:p>
                  </a:txBody>
                  <a:tcPr marT="91425" marB="91425" marR="91425" marL="91425"/>
                </a:tc>
                <a:tc>
                  <a:txBody>
                    <a:bodyPr/>
                    <a:lstStyle/>
                    <a:p>
                      <a:pPr indent="0" lvl="0" marL="0" rtl="0" algn="l">
                        <a:spcBef>
                          <a:spcPts val="0"/>
                        </a:spcBef>
                        <a:spcAft>
                          <a:spcPts val="0"/>
                        </a:spcAft>
                        <a:buNone/>
                      </a:pPr>
                      <a:r>
                        <a:rPr lang="es"/>
                        <a:t>52</a:t>
                      </a:r>
                      <a:endParaRPr/>
                    </a:p>
                  </a:txBody>
                  <a:tcPr marT="91425" marB="91425" marR="91425" marL="91425"/>
                </a:tc>
                <a:tc>
                  <a:txBody>
                    <a:bodyPr/>
                    <a:lstStyle/>
                    <a:p>
                      <a:pPr indent="0" lvl="0" marL="0" rtl="0" algn="l">
                        <a:spcBef>
                          <a:spcPts val="0"/>
                        </a:spcBef>
                        <a:spcAft>
                          <a:spcPts val="0"/>
                        </a:spcAft>
                        <a:buNone/>
                      </a:pPr>
                      <a:r>
                        <a:rPr lang="es"/>
                        <a:t>64</a:t>
                      </a:r>
                      <a:endParaRPr/>
                    </a:p>
                  </a:txBody>
                  <a:tcPr marT="91425" marB="91425" marR="91425" marL="91425"/>
                </a:tc>
                <a:tc>
                  <a:txBody>
                    <a:bodyPr/>
                    <a:lstStyle/>
                    <a:p>
                      <a:pPr indent="0" lvl="0" marL="0" rtl="0" algn="l">
                        <a:spcBef>
                          <a:spcPts val="0"/>
                        </a:spcBef>
                        <a:spcAft>
                          <a:spcPts val="0"/>
                        </a:spcAft>
                        <a:buNone/>
                      </a:pPr>
                      <a:r>
                        <a:rPr lang="es"/>
                        <a:t>14</a:t>
                      </a:r>
                      <a:endParaRPr/>
                    </a:p>
                  </a:txBody>
                  <a:tcPr marT="91425" marB="91425" marR="91425" marL="91425"/>
                </a:tc>
                <a:tc>
                  <a:txBody>
                    <a:bodyPr/>
                    <a:lstStyle/>
                    <a:p>
                      <a:pPr indent="0" lvl="0" marL="0" rtl="0" algn="l">
                        <a:spcBef>
                          <a:spcPts val="0"/>
                        </a:spcBef>
                        <a:spcAft>
                          <a:spcPts val="0"/>
                        </a:spcAft>
                        <a:buNone/>
                      </a:pPr>
                      <a:r>
                        <a:rPr lang="es"/>
                        <a:t>103</a:t>
                      </a:r>
                      <a:endParaRPr/>
                    </a:p>
                  </a:txBody>
                  <a:tcPr marT="91425" marB="91425" marR="91425" marL="91425"/>
                </a:tc>
                <a:tc>
                  <a:txBody>
                    <a:bodyPr/>
                    <a:lstStyle/>
                    <a:p>
                      <a:pPr indent="0" lvl="0" marL="0" rtl="0" algn="l">
                        <a:spcBef>
                          <a:spcPts val="0"/>
                        </a:spcBef>
                        <a:spcAft>
                          <a:spcPts val="0"/>
                        </a:spcAft>
                        <a:buNone/>
                      </a:pPr>
                      <a:r>
                        <a:rPr lang="es"/>
                        <a:t>100</a:t>
                      </a:r>
                      <a:endParaRPr/>
                    </a:p>
                  </a:txBody>
                  <a:tcPr marT="91425" marB="91425" marR="91425" marL="91425"/>
                </a:tc>
                <a:tc>
                  <a:txBody>
                    <a:bodyPr/>
                    <a:lstStyle/>
                    <a:p>
                      <a:pPr indent="0" lvl="0" marL="0" rtl="0" algn="l">
                        <a:spcBef>
                          <a:spcPts val="0"/>
                        </a:spcBef>
                        <a:spcAft>
                          <a:spcPts val="0"/>
                        </a:spcAft>
                        <a:buNone/>
                      </a:pPr>
                      <a:r>
                        <a:rPr lang="es"/>
                        <a:t>1</a:t>
                      </a:r>
                      <a:r>
                        <a:rPr lang="es">
                          <a:solidFill>
                            <a:schemeClr val="dk1"/>
                          </a:solidFill>
                        </a:rPr>
                        <a:t>02</a:t>
                      </a:r>
                      <a:endParaRPr/>
                    </a:p>
                  </a:txBody>
                  <a:tcPr marT="91425" marB="91425" marR="91425" marL="91425"/>
                </a:tc>
                <a:tc>
                  <a:txBody>
                    <a:bodyPr/>
                    <a:lstStyle/>
                    <a:p>
                      <a:pPr indent="0" lvl="0" marL="0" rtl="0" algn="l">
                        <a:spcBef>
                          <a:spcPts val="0"/>
                        </a:spcBef>
                        <a:spcAft>
                          <a:spcPts val="0"/>
                        </a:spcAft>
                        <a:buNone/>
                      </a:pPr>
                      <a:r>
                        <a:rPr lang="es"/>
                        <a:t>113</a:t>
                      </a:r>
                      <a:endParaRPr/>
                    </a:p>
                  </a:txBody>
                  <a:tcPr marT="91425" marB="91425" marR="91425" marL="91425"/>
                </a:tc>
              </a:tr>
            </a:tbl>
          </a:graphicData>
        </a:graphic>
      </p:graphicFrame>
      <p:sp>
        <p:nvSpPr>
          <p:cNvPr id="241" name="Google Shape;241;p42"/>
          <p:cNvSpPr/>
          <p:nvPr/>
        </p:nvSpPr>
        <p:spPr>
          <a:xfrm>
            <a:off x="5454705" y="3172533"/>
            <a:ext cx="918300" cy="449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42" name="Google Shape;242;p42"/>
          <p:cNvSpPr/>
          <p:nvPr/>
        </p:nvSpPr>
        <p:spPr>
          <a:xfrm>
            <a:off x="3569100" y="1158375"/>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43" name="Google Shape;243;p42"/>
          <p:cNvSpPr/>
          <p:nvPr/>
        </p:nvSpPr>
        <p:spPr>
          <a:xfrm>
            <a:off x="3611407" y="3580558"/>
            <a:ext cx="918300" cy="449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III</a:t>
            </a:r>
            <a:endParaRPr/>
          </a:p>
        </p:txBody>
      </p:sp>
      <p:sp>
        <p:nvSpPr>
          <p:cNvPr id="249" name="Google Shape;249;p43"/>
          <p:cNvSpPr/>
          <p:nvPr/>
        </p:nvSpPr>
        <p:spPr>
          <a:xfrm>
            <a:off x="3569100" y="1158375"/>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0" name="Google Shape;250;p43"/>
          <p:cNvSpPr/>
          <p:nvPr/>
        </p:nvSpPr>
        <p:spPr>
          <a:xfrm>
            <a:off x="3569100" y="1995740"/>
            <a:ext cx="1002900" cy="377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1" name="Google Shape;251;p43"/>
          <p:cNvSpPr/>
          <p:nvPr/>
        </p:nvSpPr>
        <p:spPr>
          <a:xfrm>
            <a:off x="907675" y="1167025"/>
            <a:ext cx="3734400" cy="35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2" name="Google Shape;252;p43"/>
          <p:cNvSpPr/>
          <p:nvPr/>
        </p:nvSpPr>
        <p:spPr>
          <a:xfrm>
            <a:off x="5424464" y="1158380"/>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3" name="Google Shape;253;p43"/>
          <p:cNvSpPr/>
          <p:nvPr/>
        </p:nvSpPr>
        <p:spPr>
          <a:xfrm>
            <a:off x="5454825" y="1167025"/>
            <a:ext cx="2766900" cy="35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4" name="Google Shape;254;p43"/>
          <p:cNvSpPr/>
          <p:nvPr/>
        </p:nvSpPr>
        <p:spPr>
          <a:xfrm>
            <a:off x="4421578" y="1158380"/>
            <a:ext cx="1002900" cy="339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graphicFrame>
        <p:nvGraphicFramePr>
          <p:cNvPr id="255" name="Google Shape;255;p43"/>
          <p:cNvGraphicFramePr/>
          <p:nvPr/>
        </p:nvGraphicFramePr>
        <p:xfrm>
          <a:off x="952500" y="1203350"/>
          <a:ext cx="3000000" cy="3000000"/>
        </p:xfrm>
        <a:graphic>
          <a:graphicData uri="http://schemas.openxmlformats.org/drawingml/2006/table">
            <a:tbl>
              <a:tblPr>
                <a:noFill/>
                <a:tableStyleId>{EFA7E02D-B525-47F5-A5CF-ECB41BEAFE8A}</a:tableStyleId>
              </a:tblPr>
              <a:tblGrid>
                <a:gridCol w="904875"/>
                <a:gridCol w="904875"/>
                <a:gridCol w="904875"/>
                <a:gridCol w="904875"/>
                <a:gridCol w="904875"/>
                <a:gridCol w="904875"/>
                <a:gridCol w="904875"/>
                <a:gridCol w="904875"/>
              </a:tblGrid>
              <a:tr h="381000">
                <a:tc>
                  <a:txBody>
                    <a:bodyPr/>
                    <a:lstStyle/>
                    <a:p>
                      <a:pPr indent="0" lvl="0" marL="0" rtl="0" algn="l">
                        <a:spcBef>
                          <a:spcPts val="0"/>
                        </a:spcBef>
                        <a:spcAft>
                          <a:spcPts val="0"/>
                        </a:spcAft>
                        <a:buNone/>
                      </a:pPr>
                      <a:r>
                        <a:rPr lang="es"/>
                        <a:t>45</a:t>
                      </a:r>
                      <a:endParaRPr/>
                    </a:p>
                  </a:txBody>
                  <a:tcPr marT="91425" marB="91425" marR="91425" marL="91425"/>
                </a:tc>
                <a:tc>
                  <a:txBody>
                    <a:bodyPr/>
                    <a:lstStyle/>
                    <a:p>
                      <a:pPr indent="0" lvl="0" marL="0" rtl="0" algn="l">
                        <a:spcBef>
                          <a:spcPts val="0"/>
                        </a:spcBef>
                        <a:spcAft>
                          <a:spcPts val="0"/>
                        </a:spcAft>
                        <a:buNone/>
                      </a:pPr>
                      <a:r>
                        <a:rPr lang="es"/>
                        <a:t>102</a:t>
                      </a:r>
                      <a:endParaRPr/>
                    </a:p>
                  </a:txBody>
                  <a:tcPr marT="91425" marB="91425" marR="91425" marL="91425"/>
                </a:tc>
                <a:tc>
                  <a:txBody>
                    <a:bodyPr/>
                    <a:lstStyle/>
                    <a:p>
                      <a:pPr indent="0" lvl="0" marL="0" rtl="0" algn="l">
                        <a:spcBef>
                          <a:spcPts val="0"/>
                        </a:spcBef>
                        <a:spcAft>
                          <a:spcPts val="0"/>
                        </a:spcAft>
                        <a:buNone/>
                      </a:pPr>
                      <a:r>
                        <a:rPr lang="es"/>
                        <a:t>128</a:t>
                      </a:r>
                      <a:endParaRPr/>
                    </a:p>
                  </a:txBody>
                  <a:tcPr marT="91425" marB="91425" marR="91425" marL="91425"/>
                </a:tc>
                <a:tc>
                  <a:txBody>
                    <a:bodyPr/>
                    <a:lstStyle/>
                    <a:p>
                      <a:pPr indent="0" lvl="0" marL="0" rtl="0" algn="l">
                        <a:spcBef>
                          <a:spcPts val="0"/>
                        </a:spcBef>
                        <a:spcAft>
                          <a:spcPts val="0"/>
                        </a:spcAft>
                        <a:buNone/>
                      </a:pPr>
                      <a:r>
                        <a:rPr lang="es"/>
                        <a:t>84</a:t>
                      </a:r>
                      <a:endParaRPr/>
                    </a:p>
                  </a:txBody>
                  <a:tcPr marT="91425" marB="91425" marR="91425" marL="91425"/>
                </a:tc>
                <a:tc>
                  <a:txBody>
                    <a:bodyPr/>
                    <a:lstStyle/>
                    <a:p>
                      <a:pPr indent="0" lvl="0" marL="0" rtl="0" algn="l">
                        <a:spcBef>
                          <a:spcPts val="0"/>
                        </a:spcBef>
                        <a:spcAft>
                          <a:spcPts val="0"/>
                        </a:spcAft>
                        <a:buNone/>
                      </a:pPr>
                      <a:r>
                        <a:rPr lang="es"/>
                        <a:t>191</a:t>
                      </a:r>
                      <a:endParaRPr/>
                    </a:p>
                  </a:txBody>
                  <a:tcPr marT="91425" marB="91425" marR="91425" marL="91425"/>
                </a:tc>
                <a:tc>
                  <a:txBody>
                    <a:bodyPr/>
                    <a:lstStyle/>
                    <a:p>
                      <a:pPr indent="0" lvl="0" marL="0" rtl="0" algn="l">
                        <a:spcBef>
                          <a:spcPts val="0"/>
                        </a:spcBef>
                        <a:spcAft>
                          <a:spcPts val="0"/>
                        </a:spcAft>
                        <a:buNone/>
                      </a:pPr>
                      <a:r>
                        <a:rPr lang="es"/>
                        <a:t>87</a:t>
                      </a:r>
                      <a:endParaRPr/>
                    </a:p>
                  </a:txBody>
                  <a:tcPr marT="91425" marB="91425" marR="91425" marL="91425"/>
                </a:tc>
                <a:tc>
                  <a:txBody>
                    <a:bodyPr/>
                    <a:lstStyle/>
                    <a:p>
                      <a:pPr indent="0" lvl="0" marL="0" rtl="0" algn="l">
                        <a:spcBef>
                          <a:spcPts val="0"/>
                        </a:spcBef>
                        <a:spcAft>
                          <a:spcPts val="0"/>
                        </a:spcAft>
                        <a:buNone/>
                      </a:pPr>
                      <a:r>
                        <a:rPr lang="es"/>
                        <a:t>150</a:t>
                      </a:r>
                      <a:endParaRPr/>
                    </a:p>
                  </a:txBody>
                  <a:tcPr marT="91425" marB="91425" marR="91425" marL="91425"/>
                </a:tc>
                <a:tc>
                  <a:txBody>
                    <a:bodyPr/>
                    <a:lstStyle/>
                    <a:p>
                      <a:pPr indent="0" lvl="0" marL="0" rtl="0" algn="l">
                        <a:spcBef>
                          <a:spcPts val="0"/>
                        </a:spcBef>
                        <a:spcAft>
                          <a:spcPts val="0"/>
                        </a:spcAft>
                        <a:buNone/>
                      </a:pPr>
                      <a:r>
                        <a:rPr lang="es"/>
                        <a:t>27</a:t>
                      </a:r>
                      <a:endParaRPr/>
                    </a:p>
                  </a:txBody>
                  <a:tcPr marT="91425" marB="91425" marR="91425" marL="91425"/>
                </a:tc>
              </a:tr>
              <a:tr h="381000">
                <a:tc>
                  <a:txBody>
                    <a:bodyPr/>
                    <a:lstStyle/>
                    <a:p>
                      <a:pPr indent="0" lvl="0" marL="0" rtl="0" algn="l">
                        <a:spcBef>
                          <a:spcPts val="0"/>
                        </a:spcBef>
                        <a:spcAft>
                          <a:spcPts val="0"/>
                        </a:spcAft>
                        <a:buNone/>
                      </a:pPr>
                      <a:r>
                        <a:rPr lang="es"/>
                        <a:t>66</a:t>
                      </a:r>
                      <a:endParaRPr/>
                    </a:p>
                  </a:txBody>
                  <a:tcPr marT="91425" marB="91425" marR="91425" marL="91425"/>
                </a:tc>
                <a:tc>
                  <a:txBody>
                    <a:bodyPr/>
                    <a:lstStyle/>
                    <a:p>
                      <a:pPr indent="0" lvl="0" marL="0" rtl="0" algn="l">
                        <a:spcBef>
                          <a:spcPts val="0"/>
                        </a:spcBef>
                        <a:spcAft>
                          <a:spcPts val="0"/>
                        </a:spcAft>
                        <a:buNone/>
                      </a:pPr>
                      <a:r>
                        <a:rPr lang="es"/>
                        <a:t>38</a:t>
                      </a:r>
                      <a:endParaRPr/>
                    </a:p>
                  </a:txBody>
                  <a:tcPr marT="91425" marB="91425" marR="91425" marL="91425"/>
                </a:tc>
                <a:tc>
                  <a:txBody>
                    <a:bodyPr/>
                    <a:lstStyle/>
                    <a:p>
                      <a:pPr indent="0" lvl="0" marL="0" rtl="0" algn="l">
                        <a:spcBef>
                          <a:spcPts val="0"/>
                        </a:spcBef>
                        <a:spcAft>
                          <a:spcPts val="0"/>
                        </a:spcAft>
                        <a:buNone/>
                      </a:pPr>
                      <a:r>
                        <a:rPr lang="es"/>
                        <a:t>92</a:t>
                      </a:r>
                      <a:endParaRPr/>
                    </a:p>
                  </a:txBody>
                  <a:tcPr marT="91425" marB="91425" marR="91425" marL="91425"/>
                </a:tc>
                <a:tc>
                  <a:txBody>
                    <a:bodyPr/>
                    <a:lstStyle/>
                    <a:p>
                      <a:pPr indent="0" lvl="0" marL="0" rtl="0" algn="l">
                        <a:spcBef>
                          <a:spcPts val="0"/>
                        </a:spcBef>
                        <a:spcAft>
                          <a:spcPts val="0"/>
                        </a:spcAft>
                        <a:buNone/>
                      </a:pPr>
                      <a:r>
                        <a:rPr lang="es"/>
                        <a:t>112</a:t>
                      </a:r>
                      <a:endParaRPr/>
                    </a:p>
                  </a:txBody>
                  <a:tcPr marT="91425" marB="91425" marR="91425" marL="91425"/>
                </a:tc>
                <a:tc>
                  <a:txBody>
                    <a:bodyPr/>
                    <a:lstStyle/>
                    <a:p>
                      <a:pPr indent="0" lvl="0" marL="0" rtl="0" algn="l">
                        <a:spcBef>
                          <a:spcPts val="0"/>
                        </a:spcBef>
                        <a:spcAft>
                          <a:spcPts val="0"/>
                        </a:spcAft>
                        <a:buNone/>
                      </a:pPr>
                      <a:r>
                        <a:rPr lang="es"/>
                        <a:t>114</a:t>
                      </a:r>
                      <a:endParaRPr/>
                    </a:p>
                  </a:txBody>
                  <a:tcPr marT="91425" marB="91425" marR="91425" marL="91425"/>
                </a:tc>
                <a:tc>
                  <a:txBody>
                    <a:bodyPr/>
                    <a:lstStyle/>
                    <a:p>
                      <a:pPr indent="0" lvl="0" marL="0" rtl="0" algn="l">
                        <a:spcBef>
                          <a:spcPts val="0"/>
                        </a:spcBef>
                        <a:spcAft>
                          <a:spcPts val="0"/>
                        </a:spcAft>
                        <a:buNone/>
                      </a:pPr>
                      <a:r>
                        <a:rPr lang="es"/>
                        <a:t>76</a:t>
                      </a:r>
                      <a:endParaRPr/>
                    </a:p>
                  </a:txBody>
                  <a:tcPr marT="91425" marB="91425" marR="91425" marL="91425"/>
                </a:tc>
                <a:tc>
                  <a:txBody>
                    <a:bodyPr/>
                    <a:lstStyle/>
                    <a:p>
                      <a:pPr indent="0" lvl="0" marL="0" rtl="0" algn="l">
                        <a:spcBef>
                          <a:spcPts val="0"/>
                        </a:spcBef>
                        <a:spcAft>
                          <a:spcPts val="0"/>
                        </a:spcAft>
                        <a:buNone/>
                      </a:pPr>
                      <a:r>
                        <a:rPr lang="es"/>
                        <a:t>154</a:t>
                      </a:r>
                      <a:endParaRPr/>
                    </a:p>
                  </a:txBody>
                  <a:tcPr marT="91425" marB="91425" marR="91425" marL="91425"/>
                </a:tc>
                <a:tc>
                  <a:txBody>
                    <a:bodyPr/>
                    <a:lstStyle/>
                    <a:p>
                      <a:pPr indent="0" lvl="0" marL="0" rtl="0" algn="l">
                        <a:spcBef>
                          <a:spcPts val="0"/>
                        </a:spcBef>
                        <a:spcAft>
                          <a:spcPts val="0"/>
                        </a:spcAft>
                        <a:buNone/>
                      </a:pPr>
                      <a:r>
                        <a:rPr lang="es"/>
                        <a:t>122</a:t>
                      </a:r>
                      <a:endParaRPr/>
                    </a:p>
                  </a:txBody>
                  <a:tcPr marT="91425" marB="91425" marR="91425" marL="91425"/>
                </a:tc>
              </a:tr>
              <a:tr h="381000">
                <a:tc>
                  <a:txBody>
                    <a:bodyPr/>
                    <a:lstStyle/>
                    <a:p>
                      <a:pPr indent="0" lvl="0" marL="0" rtl="0" algn="l">
                        <a:spcBef>
                          <a:spcPts val="0"/>
                        </a:spcBef>
                        <a:spcAft>
                          <a:spcPts val="0"/>
                        </a:spcAft>
                        <a:buNone/>
                      </a:pPr>
                      <a:r>
                        <a:rPr lang="es"/>
                        <a:t>25</a:t>
                      </a:r>
                      <a:endParaRPr/>
                    </a:p>
                  </a:txBody>
                  <a:tcPr marT="91425" marB="91425" marR="91425" marL="91425"/>
                </a:tc>
                <a:tc>
                  <a:txBody>
                    <a:bodyPr/>
                    <a:lstStyle/>
                    <a:p>
                      <a:pPr indent="0" lvl="0" marL="0" rtl="0" algn="l">
                        <a:spcBef>
                          <a:spcPts val="0"/>
                        </a:spcBef>
                        <a:spcAft>
                          <a:spcPts val="0"/>
                        </a:spcAft>
                        <a:buNone/>
                      </a:pPr>
                      <a:r>
                        <a:rPr lang="es"/>
                        <a:t>164</a:t>
                      </a:r>
                      <a:endParaRPr/>
                    </a:p>
                  </a:txBody>
                  <a:tcPr marT="91425" marB="91425" marR="91425" marL="91425"/>
                </a:tc>
                <a:tc>
                  <a:txBody>
                    <a:bodyPr/>
                    <a:lstStyle/>
                    <a:p>
                      <a:pPr indent="0" lvl="0" marL="0" rtl="0" algn="l">
                        <a:spcBef>
                          <a:spcPts val="0"/>
                        </a:spcBef>
                        <a:spcAft>
                          <a:spcPts val="0"/>
                        </a:spcAft>
                        <a:buNone/>
                      </a:pPr>
                      <a:r>
                        <a:rPr lang="es"/>
                        <a:t>70</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c>
                  <a:txBody>
                    <a:bodyPr/>
                    <a:lstStyle/>
                    <a:p>
                      <a:pPr indent="0" lvl="0" marL="0" rtl="0" algn="l">
                        <a:spcBef>
                          <a:spcPts val="0"/>
                        </a:spcBef>
                        <a:spcAft>
                          <a:spcPts val="0"/>
                        </a:spcAft>
                        <a:buNone/>
                      </a:pPr>
                      <a:r>
                        <a:rPr lang="es"/>
                        <a:t>79</a:t>
                      </a:r>
                      <a:endParaRPr/>
                    </a:p>
                  </a:txBody>
                  <a:tcPr marT="91425" marB="91425" marR="91425" marL="91425"/>
                </a:tc>
                <a:tc>
                  <a:txBody>
                    <a:bodyPr/>
                    <a:lstStyle/>
                    <a:p>
                      <a:pPr indent="0" lvl="0" marL="0" rtl="0" algn="l">
                        <a:spcBef>
                          <a:spcPts val="0"/>
                        </a:spcBef>
                        <a:spcAft>
                          <a:spcPts val="0"/>
                        </a:spcAft>
                        <a:buNone/>
                      </a:pPr>
                      <a:r>
                        <a:rPr lang="es"/>
                        <a:t>99</a:t>
                      </a:r>
                      <a:endParaRPr/>
                    </a:p>
                  </a:txBody>
                  <a:tcPr marT="91425" marB="91425" marR="91425" marL="91425"/>
                </a:tc>
                <a:tc>
                  <a:txBody>
                    <a:bodyPr/>
                    <a:lstStyle/>
                    <a:p>
                      <a:pPr indent="0" lvl="0" marL="0" rtl="0" algn="l">
                        <a:spcBef>
                          <a:spcPts val="0"/>
                        </a:spcBef>
                        <a:spcAft>
                          <a:spcPts val="0"/>
                        </a:spcAft>
                        <a:buNone/>
                      </a:pPr>
                      <a:r>
                        <a:rPr lang="es"/>
                        <a:t>20</a:t>
                      </a:r>
                      <a:endParaRPr/>
                    </a:p>
                  </a:txBody>
                  <a:tcPr marT="91425" marB="91425" marR="91425" marL="91425"/>
                </a:tc>
                <a:tc>
                  <a:txBody>
                    <a:bodyPr/>
                    <a:lstStyle/>
                    <a:p>
                      <a:pPr indent="0" lvl="0" marL="0" rtl="0" algn="l">
                        <a:spcBef>
                          <a:spcPts val="0"/>
                        </a:spcBef>
                        <a:spcAft>
                          <a:spcPts val="0"/>
                        </a:spcAft>
                        <a:buNone/>
                      </a:pPr>
                      <a:r>
                        <a:rPr lang="es"/>
                        <a:t>185</a:t>
                      </a:r>
                      <a:endParaRPr/>
                    </a:p>
                  </a:txBody>
                  <a:tcPr marT="91425" marB="91425" marR="91425" marL="91425"/>
                </a:tc>
              </a:tr>
              <a:tr h="381000">
                <a:tc>
                  <a:txBody>
                    <a:bodyPr/>
                    <a:lstStyle/>
                    <a:p>
                      <a:pPr indent="0" lvl="0" marL="0" rtl="0" algn="l">
                        <a:spcBef>
                          <a:spcPts val="0"/>
                        </a:spcBef>
                        <a:spcAft>
                          <a:spcPts val="0"/>
                        </a:spcAft>
                        <a:buNone/>
                      </a:pPr>
                      <a:r>
                        <a:rPr lang="es"/>
                        <a:t>18</a:t>
                      </a:r>
                      <a:endParaRPr/>
                    </a:p>
                  </a:txBody>
                  <a:tcPr marT="91425" marB="91425" marR="91425" marL="91425"/>
                </a:tc>
                <a:tc>
                  <a:txBody>
                    <a:bodyPr/>
                    <a:lstStyle/>
                    <a:p>
                      <a:pPr indent="0" lvl="0" marL="0" rtl="0" algn="l">
                        <a:spcBef>
                          <a:spcPts val="0"/>
                        </a:spcBef>
                        <a:spcAft>
                          <a:spcPts val="0"/>
                        </a:spcAft>
                        <a:buNone/>
                      </a:pPr>
                      <a:r>
                        <a:rPr lang="es"/>
                        <a:t>77</a:t>
                      </a:r>
                      <a:endParaRPr/>
                    </a:p>
                  </a:txBody>
                  <a:tcPr marT="91425" marB="91425" marR="91425" marL="91425"/>
                </a:tc>
                <a:tc>
                  <a:txBody>
                    <a:bodyPr/>
                    <a:lstStyle/>
                    <a:p>
                      <a:pPr indent="0" lvl="0" marL="0" rtl="0" algn="l">
                        <a:spcBef>
                          <a:spcPts val="0"/>
                        </a:spcBef>
                        <a:spcAft>
                          <a:spcPts val="0"/>
                        </a:spcAft>
                        <a:buNone/>
                      </a:pPr>
                      <a:r>
                        <a:rPr lang="es"/>
                        <a:t>90</a:t>
                      </a:r>
                      <a:endParaRPr/>
                    </a:p>
                  </a:txBody>
                  <a:tcPr marT="91425" marB="91425" marR="91425" marL="91425"/>
                </a:tc>
                <a:tc>
                  <a:txBody>
                    <a:bodyPr/>
                    <a:lstStyle/>
                    <a:p>
                      <a:pPr indent="0" lvl="0" marL="0" rtl="0" algn="l">
                        <a:spcBef>
                          <a:spcPts val="0"/>
                        </a:spcBef>
                        <a:spcAft>
                          <a:spcPts val="0"/>
                        </a:spcAft>
                        <a:buNone/>
                      </a:pPr>
                      <a:r>
                        <a:rPr lang="es"/>
                        <a:t>106</a:t>
                      </a:r>
                      <a:endParaRPr/>
                    </a:p>
                  </a:txBody>
                  <a:tcPr marT="91425" marB="91425" marR="91425" marL="91425"/>
                </a:tc>
                <a:tc>
                  <a:txBody>
                    <a:bodyPr/>
                    <a:lstStyle/>
                    <a:p>
                      <a:pPr indent="0" lvl="0" marL="0" rtl="0" algn="l">
                        <a:spcBef>
                          <a:spcPts val="0"/>
                        </a:spcBef>
                        <a:spcAft>
                          <a:spcPts val="0"/>
                        </a:spcAft>
                        <a:buNone/>
                      </a:pPr>
                      <a:r>
                        <a:rPr lang="es"/>
                        <a:t>35</a:t>
                      </a:r>
                      <a:endParaRPr/>
                    </a:p>
                  </a:txBody>
                  <a:tcPr marT="91425" marB="91425" marR="91425" marL="91425"/>
                </a:tc>
                <a:tc>
                  <a:txBody>
                    <a:bodyPr/>
                    <a:lstStyle/>
                    <a:p>
                      <a:pPr indent="0" lvl="0" marL="0" rtl="0" algn="l">
                        <a:spcBef>
                          <a:spcPts val="0"/>
                        </a:spcBef>
                        <a:spcAft>
                          <a:spcPts val="0"/>
                        </a:spcAft>
                        <a:buNone/>
                      </a:pPr>
                      <a:r>
                        <a:rPr lang="es"/>
                        <a:t>68</a:t>
                      </a:r>
                      <a:endParaRPr/>
                    </a:p>
                  </a:txBody>
                  <a:tcPr marT="91425" marB="91425" marR="91425" marL="91425"/>
                </a:tc>
                <a:tc>
                  <a:txBody>
                    <a:bodyPr/>
                    <a:lstStyle/>
                    <a:p>
                      <a:pPr indent="0" lvl="0" marL="0" rtl="0" algn="l">
                        <a:spcBef>
                          <a:spcPts val="0"/>
                        </a:spcBef>
                        <a:spcAft>
                          <a:spcPts val="0"/>
                        </a:spcAft>
                        <a:buNone/>
                      </a:pPr>
                      <a:r>
                        <a:rPr lang="es"/>
                        <a:t>176</a:t>
                      </a:r>
                      <a:endParaRPr/>
                    </a:p>
                  </a:txBody>
                  <a:tcPr marT="91425" marB="91425" marR="91425" marL="91425"/>
                </a:tc>
                <a:tc>
                  <a:txBody>
                    <a:bodyPr/>
                    <a:lstStyle/>
                    <a:p>
                      <a:pPr indent="0" lvl="0" marL="0" rtl="0" algn="l">
                        <a:spcBef>
                          <a:spcPts val="0"/>
                        </a:spcBef>
                        <a:spcAft>
                          <a:spcPts val="0"/>
                        </a:spcAft>
                        <a:buNone/>
                      </a:pPr>
                      <a:r>
                        <a:rPr lang="es"/>
                        <a:t>74</a:t>
                      </a:r>
                      <a:endParaRPr/>
                    </a:p>
                  </a:txBody>
                  <a:tcPr marT="91425" marB="91425" marR="91425" marL="91425"/>
                </a:tc>
              </a:tr>
              <a:tr h="381000">
                <a:tc>
                  <a:txBody>
                    <a:bodyPr/>
                    <a:lstStyle/>
                    <a:p>
                      <a:pPr indent="0" lvl="0" marL="0" rtl="0" algn="l">
                        <a:spcBef>
                          <a:spcPts val="0"/>
                        </a:spcBef>
                        <a:spcAft>
                          <a:spcPts val="0"/>
                        </a:spcAft>
                        <a:buNone/>
                      </a:pPr>
                      <a:r>
                        <a:rPr lang="es"/>
                        <a:t>181</a:t>
                      </a:r>
                      <a:endParaRPr/>
                    </a:p>
                  </a:txBody>
                  <a:tcPr marT="91425" marB="91425" marR="91425" marL="91425"/>
                </a:tc>
                <a:tc>
                  <a:txBody>
                    <a:bodyPr/>
                    <a:lstStyle/>
                    <a:p>
                      <a:pPr indent="0" lvl="0" marL="0" rtl="0" algn="l">
                        <a:spcBef>
                          <a:spcPts val="0"/>
                        </a:spcBef>
                        <a:spcAft>
                          <a:spcPts val="0"/>
                        </a:spcAft>
                        <a:buNone/>
                      </a:pPr>
                      <a:r>
                        <a:rPr lang="es"/>
                        <a:t>22</a:t>
                      </a:r>
                      <a:endParaRPr/>
                    </a:p>
                  </a:txBody>
                  <a:tcPr marT="91425" marB="91425" marR="91425" marL="91425"/>
                </a:tc>
                <a:tc>
                  <a:txBody>
                    <a:bodyPr/>
                    <a:lstStyle/>
                    <a:p>
                      <a:pPr indent="0" lvl="0" marL="0" rtl="0" algn="l">
                        <a:spcBef>
                          <a:spcPts val="0"/>
                        </a:spcBef>
                        <a:spcAft>
                          <a:spcPts val="0"/>
                        </a:spcAft>
                        <a:buNone/>
                      </a:pPr>
                      <a:r>
                        <a:rPr lang="es"/>
                        <a:t>200</a:t>
                      </a:r>
                      <a:endParaRPr/>
                    </a:p>
                  </a:txBody>
                  <a:tcPr marT="91425" marB="91425" marR="91425" marL="91425"/>
                </a:tc>
                <a:tc>
                  <a:txBody>
                    <a:bodyPr/>
                    <a:lstStyle/>
                    <a:p>
                      <a:pPr indent="0" lvl="0" marL="0" rtl="0" algn="l">
                        <a:spcBef>
                          <a:spcPts val="0"/>
                        </a:spcBef>
                        <a:spcAft>
                          <a:spcPts val="0"/>
                        </a:spcAft>
                        <a:buNone/>
                      </a:pPr>
                      <a:r>
                        <a:rPr lang="es"/>
                        <a:t>86</a:t>
                      </a:r>
                      <a:endParaRPr/>
                    </a:p>
                  </a:txBody>
                  <a:tcPr marT="91425" marB="91425" marR="91425" marL="91425"/>
                </a:tc>
                <a:tc>
                  <a:txBody>
                    <a:bodyPr/>
                    <a:lstStyle/>
                    <a:p>
                      <a:pPr indent="0" lvl="0" marL="0" rtl="0" algn="l">
                        <a:spcBef>
                          <a:spcPts val="0"/>
                        </a:spcBef>
                        <a:spcAft>
                          <a:spcPts val="0"/>
                        </a:spcAft>
                        <a:buNone/>
                      </a:pPr>
                      <a:r>
                        <a:rPr lang="es"/>
                        <a:t>144</a:t>
                      </a:r>
                      <a:endParaRPr/>
                    </a:p>
                  </a:txBody>
                  <a:tcPr marT="91425" marB="91425" marR="91425" marL="91425"/>
                </a:tc>
                <a:tc>
                  <a:txBody>
                    <a:bodyPr/>
                    <a:lstStyle/>
                    <a:p>
                      <a:pPr indent="0" lvl="0" marL="0" rtl="0" algn="l">
                        <a:spcBef>
                          <a:spcPts val="0"/>
                        </a:spcBef>
                        <a:spcAft>
                          <a:spcPts val="0"/>
                        </a:spcAft>
                        <a:buNone/>
                      </a:pPr>
                      <a:r>
                        <a:rPr lang="es"/>
                        <a:t>37</a:t>
                      </a:r>
                      <a:endParaRPr/>
                    </a:p>
                  </a:txBody>
                  <a:tcPr marT="91425" marB="91425" marR="91425" marL="91425"/>
                </a:tc>
                <a:tc>
                  <a:txBody>
                    <a:bodyPr/>
                    <a:lstStyle/>
                    <a:p>
                      <a:pPr indent="0" lvl="0" marL="0" rtl="0" algn="l">
                        <a:spcBef>
                          <a:spcPts val="0"/>
                        </a:spcBef>
                        <a:spcAft>
                          <a:spcPts val="0"/>
                        </a:spcAft>
                        <a:buNone/>
                      </a:pPr>
                      <a:r>
                        <a:rPr lang="es"/>
                        <a:t>23</a:t>
                      </a:r>
                      <a:endParaRPr/>
                    </a:p>
                  </a:txBody>
                  <a:tcPr marT="91425" marB="91425" marR="91425" marL="91425"/>
                </a:tc>
                <a:tc>
                  <a:txBody>
                    <a:bodyPr/>
                    <a:lstStyle/>
                    <a:p>
                      <a:pPr indent="0" lvl="0" marL="0" rtl="0" algn="l">
                        <a:spcBef>
                          <a:spcPts val="0"/>
                        </a:spcBef>
                        <a:spcAft>
                          <a:spcPts val="0"/>
                        </a:spcAft>
                        <a:buNone/>
                      </a:pPr>
                      <a:r>
                        <a:rPr lang="es"/>
                        <a:t>69</a:t>
                      </a:r>
                      <a:endParaRPr/>
                    </a:p>
                  </a:txBody>
                  <a:tcPr marT="91425" marB="91425" marR="91425" marL="91425"/>
                </a:tc>
              </a:tr>
              <a:tr h="381000">
                <a:tc>
                  <a:txBody>
                    <a:bodyPr/>
                    <a:lstStyle/>
                    <a:p>
                      <a:pPr indent="0" lvl="0" marL="0" rtl="0" algn="l">
                        <a:spcBef>
                          <a:spcPts val="0"/>
                        </a:spcBef>
                        <a:spcAft>
                          <a:spcPts val="0"/>
                        </a:spcAft>
                        <a:buNone/>
                      </a:pPr>
                      <a:r>
                        <a:rPr lang="es"/>
                        <a:t>46</a:t>
                      </a:r>
                      <a:endParaRPr/>
                    </a:p>
                  </a:txBody>
                  <a:tcPr marT="91425" marB="91425" marR="91425" marL="91425"/>
                </a:tc>
                <a:tc>
                  <a:txBody>
                    <a:bodyPr/>
                    <a:lstStyle/>
                    <a:p>
                      <a:pPr indent="0" lvl="0" marL="0" rtl="0" algn="l">
                        <a:spcBef>
                          <a:spcPts val="0"/>
                        </a:spcBef>
                        <a:spcAft>
                          <a:spcPts val="0"/>
                        </a:spcAft>
                        <a:buNone/>
                      </a:pPr>
                      <a:r>
                        <a:rPr lang="es"/>
                        <a:t>151</a:t>
                      </a:r>
                      <a:endParaRPr/>
                    </a:p>
                  </a:txBody>
                  <a:tcPr marT="91425" marB="91425" marR="91425" marL="91425"/>
                </a:tc>
                <a:tc>
                  <a:txBody>
                    <a:bodyPr/>
                    <a:lstStyle/>
                    <a:p>
                      <a:pPr indent="0" lvl="0" marL="0" rtl="0" algn="l">
                        <a:spcBef>
                          <a:spcPts val="0"/>
                        </a:spcBef>
                        <a:spcAft>
                          <a:spcPts val="0"/>
                        </a:spcAft>
                        <a:buNone/>
                      </a:pPr>
                      <a:r>
                        <a:rPr lang="es"/>
                        <a:t>121</a:t>
                      </a:r>
                      <a:endParaRPr/>
                    </a:p>
                  </a:txBody>
                  <a:tcPr marT="91425" marB="91425" marR="91425" marL="91425"/>
                </a:tc>
                <a:tc>
                  <a:txBody>
                    <a:bodyPr/>
                    <a:lstStyle/>
                    <a:p>
                      <a:pPr indent="0" lvl="0" marL="0" rtl="0" algn="l">
                        <a:spcBef>
                          <a:spcPts val="0"/>
                        </a:spcBef>
                        <a:spcAft>
                          <a:spcPts val="0"/>
                        </a:spcAft>
                        <a:buNone/>
                      </a:pPr>
                      <a:r>
                        <a:rPr lang="es"/>
                        <a:t>3</a:t>
                      </a:r>
                      <a:endParaRPr/>
                    </a:p>
                  </a:txBody>
                  <a:tcPr marT="91425" marB="91425" marR="91425" marL="91425"/>
                </a:tc>
                <a:tc>
                  <a:txBody>
                    <a:bodyPr/>
                    <a:lstStyle/>
                    <a:p>
                      <a:pPr indent="0" lvl="0" marL="0" rtl="0" algn="l">
                        <a:spcBef>
                          <a:spcPts val="0"/>
                        </a:spcBef>
                        <a:spcAft>
                          <a:spcPts val="0"/>
                        </a:spcAft>
                        <a:buNone/>
                      </a:pPr>
                      <a:r>
                        <a:rPr lang="es"/>
                        <a:t>30</a:t>
                      </a:r>
                      <a:endParaRPr/>
                    </a:p>
                  </a:txBody>
                  <a:tcPr marT="91425" marB="91425" marR="91425" marL="91425"/>
                </a:tc>
                <a:tc>
                  <a:txBody>
                    <a:bodyPr/>
                    <a:lstStyle/>
                    <a:p>
                      <a:pPr indent="0" lvl="0" marL="0" rtl="0" algn="l">
                        <a:spcBef>
                          <a:spcPts val="0"/>
                        </a:spcBef>
                        <a:spcAft>
                          <a:spcPts val="0"/>
                        </a:spcAft>
                        <a:buNone/>
                      </a:pPr>
                      <a:r>
                        <a:rPr lang="es"/>
                        <a:t>40</a:t>
                      </a:r>
                      <a:endParaRPr/>
                    </a:p>
                  </a:txBody>
                  <a:tcPr marT="91425" marB="91425" marR="91425" marL="91425"/>
                </a:tc>
                <a:tc>
                  <a:txBody>
                    <a:bodyPr/>
                    <a:lstStyle/>
                    <a:p>
                      <a:pPr indent="0" lvl="0" marL="0" rtl="0" algn="l">
                        <a:spcBef>
                          <a:spcPts val="0"/>
                        </a:spcBef>
                        <a:spcAft>
                          <a:spcPts val="0"/>
                        </a:spcAft>
                        <a:buNone/>
                      </a:pPr>
                      <a:r>
                        <a:rPr lang="es"/>
                        <a:t>125</a:t>
                      </a:r>
                      <a:endParaRPr/>
                    </a:p>
                  </a:txBody>
                  <a:tcPr marT="91425" marB="91425" marR="91425" marL="91425"/>
                </a:tc>
                <a:tc>
                  <a:txBody>
                    <a:bodyPr/>
                    <a:lstStyle/>
                    <a:p>
                      <a:pPr indent="0" lvl="0" marL="0" rtl="0" algn="l">
                        <a:spcBef>
                          <a:spcPts val="0"/>
                        </a:spcBef>
                        <a:spcAft>
                          <a:spcPts val="0"/>
                        </a:spcAft>
                        <a:buNone/>
                      </a:pPr>
                      <a:r>
                        <a:rPr lang="es"/>
                        <a:t>10</a:t>
                      </a:r>
                      <a:endParaRPr/>
                    </a:p>
                  </a:txBody>
                  <a:tcPr marT="91425" marB="91425" marR="91425" marL="91425"/>
                </a:tc>
              </a:tr>
              <a:tr h="381000">
                <a:tc>
                  <a:txBody>
                    <a:bodyPr/>
                    <a:lstStyle/>
                    <a:p>
                      <a:pPr indent="0" lvl="0" marL="0" rtl="0" algn="l">
                        <a:spcBef>
                          <a:spcPts val="0"/>
                        </a:spcBef>
                        <a:spcAft>
                          <a:spcPts val="0"/>
                        </a:spcAft>
                        <a:buNone/>
                      </a:pPr>
                      <a:r>
                        <a:rPr lang="es"/>
                        <a:t>152</a:t>
                      </a:r>
                      <a:endParaRPr/>
                    </a:p>
                  </a:txBody>
                  <a:tcPr marT="91425" marB="91425" marR="91425" marL="91425"/>
                </a:tc>
                <a:tc>
                  <a:txBody>
                    <a:bodyPr/>
                    <a:lstStyle/>
                    <a:p>
                      <a:pPr indent="0" lvl="0" marL="0" rtl="0" algn="l">
                        <a:spcBef>
                          <a:spcPts val="0"/>
                        </a:spcBef>
                        <a:spcAft>
                          <a:spcPts val="0"/>
                        </a:spcAft>
                        <a:buNone/>
                      </a:pPr>
                      <a:r>
                        <a:rPr lang="es"/>
                        <a:t>147</a:t>
                      </a:r>
                      <a:endParaRPr/>
                    </a:p>
                  </a:txBody>
                  <a:tcPr marT="91425" marB="91425" marR="91425" marL="91425"/>
                </a:tc>
                <a:tc>
                  <a:txBody>
                    <a:bodyPr/>
                    <a:lstStyle/>
                    <a:p>
                      <a:pPr indent="0" lvl="0" marL="0" rtl="0" algn="l">
                        <a:spcBef>
                          <a:spcPts val="0"/>
                        </a:spcBef>
                        <a:spcAft>
                          <a:spcPts val="0"/>
                        </a:spcAft>
                        <a:buNone/>
                      </a:pPr>
                      <a:r>
                        <a:rPr lang="es"/>
                        <a:t>5</a:t>
                      </a:r>
                      <a:endParaRPr/>
                    </a:p>
                  </a:txBody>
                  <a:tcPr marT="91425" marB="91425" marR="91425" marL="91425"/>
                </a:tc>
                <a:tc>
                  <a:txBody>
                    <a:bodyPr/>
                    <a:lstStyle/>
                    <a:p>
                      <a:pPr indent="0" lvl="0" marL="0" rtl="0" algn="l">
                        <a:spcBef>
                          <a:spcPts val="0"/>
                        </a:spcBef>
                        <a:spcAft>
                          <a:spcPts val="0"/>
                        </a:spcAft>
                        <a:buNone/>
                      </a:pPr>
                      <a:r>
                        <a:rPr lang="es"/>
                        <a:t>126</a:t>
                      </a:r>
                      <a:endParaRPr/>
                    </a:p>
                  </a:txBody>
                  <a:tcPr marT="91425" marB="91425" marR="91425" marL="91425"/>
                </a:tc>
                <a:tc>
                  <a:txBody>
                    <a:bodyPr/>
                    <a:lstStyle/>
                    <a:p>
                      <a:pPr indent="0" lvl="0" marL="0" rtl="0" algn="l">
                        <a:spcBef>
                          <a:spcPts val="0"/>
                        </a:spcBef>
                        <a:spcAft>
                          <a:spcPts val="0"/>
                        </a:spcAft>
                        <a:buNone/>
                      </a:pPr>
                      <a:r>
                        <a:rPr lang="es"/>
                        <a:t>137</a:t>
                      </a:r>
                      <a:endParaRPr/>
                    </a:p>
                  </a:txBody>
                  <a:tcPr marT="91425" marB="91425" marR="91425" marL="91425"/>
                </a:tc>
                <a:tc>
                  <a:txBody>
                    <a:bodyPr/>
                    <a:lstStyle/>
                    <a:p>
                      <a:pPr indent="0" lvl="0" marL="0" rtl="0" algn="l">
                        <a:spcBef>
                          <a:spcPts val="0"/>
                        </a:spcBef>
                        <a:spcAft>
                          <a:spcPts val="0"/>
                        </a:spcAft>
                        <a:buNone/>
                      </a:pPr>
                      <a:r>
                        <a:rPr lang="es"/>
                        <a:t>91</a:t>
                      </a:r>
                      <a:endParaRPr/>
                    </a:p>
                  </a:txBody>
                  <a:tcPr marT="91425" marB="91425" marR="91425" marL="91425"/>
                </a:tc>
                <a:tc>
                  <a:txBody>
                    <a:bodyPr/>
                    <a:lstStyle/>
                    <a:p>
                      <a:pPr indent="0" lvl="0" marL="0" rtl="0" algn="l">
                        <a:spcBef>
                          <a:spcPts val="0"/>
                        </a:spcBef>
                        <a:spcAft>
                          <a:spcPts val="0"/>
                        </a:spcAft>
                        <a:buNone/>
                      </a:pPr>
                      <a:r>
                        <a:rPr lang="es"/>
                        <a:t>118</a:t>
                      </a:r>
                      <a:endParaRPr/>
                    </a:p>
                  </a:txBody>
                  <a:tcPr marT="91425" marB="91425" marR="91425" marL="91425"/>
                </a:tc>
                <a:tc>
                  <a:txBody>
                    <a:bodyPr/>
                    <a:lstStyle/>
                    <a:p>
                      <a:pPr indent="0" lvl="0" marL="0" rtl="0" algn="l">
                        <a:spcBef>
                          <a:spcPts val="0"/>
                        </a:spcBef>
                        <a:spcAft>
                          <a:spcPts val="0"/>
                        </a:spcAft>
                        <a:buNone/>
                      </a:pPr>
                      <a:r>
                        <a:rPr lang="es"/>
                        <a:t>36</a:t>
                      </a:r>
                      <a:endParaRPr/>
                    </a:p>
                  </a:txBody>
                  <a:tcPr marT="91425" marB="91425" marR="91425" marL="91425"/>
                </a:tc>
              </a:tr>
              <a:tr h="381000">
                <a:tc>
                  <a:txBody>
                    <a:bodyPr/>
                    <a:lstStyle/>
                    <a:p>
                      <a:pPr indent="0" lvl="0" marL="0" rtl="0" algn="l">
                        <a:spcBef>
                          <a:spcPts val="0"/>
                        </a:spcBef>
                        <a:spcAft>
                          <a:spcPts val="0"/>
                        </a:spcAft>
                        <a:buNone/>
                      </a:pPr>
                      <a:r>
                        <a:rPr lang="es"/>
                        <a:t>135</a:t>
                      </a:r>
                      <a:endParaRPr/>
                    </a:p>
                  </a:txBody>
                  <a:tcPr marT="91425" marB="91425" marR="91425" marL="91425"/>
                </a:tc>
                <a:tc>
                  <a:txBody>
                    <a:bodyPr/>
                    <a:lstStyle/>
                    <a:p>
                      <a:pPr indent="0" lvl="0" marL="0" rtl="0" algn="l">
                        <a:spcBef>
                          <a:spcPts val="0"/>
                        </a:spcBef>
                        <a:spcAft>
                          <a:spcPts val="0"/>
                        </a:spcAft>
                        <a:buNone/>
                      </a:pPr>
                      <a:r>
                        <a:rPr lang="es"/>
                        <a:t>52</a:t>
                      </a:r>
                      <a:endParaRPr/>
                    </a:p>
                  </a:txBody>
                  <a:tcPr marT="91425" marB="91425" marR="91425" marL="91425"/>
                </a:tc>
                <a:tc>
                  <a:txBody>
                    <a:bodyPr/>
                    <a:lstStyle/>
                    <a:p>
                      <a:pPr indent="0" lvl="0" marL="0" rtl="0" algn="l">
                        <a:spcBef>
                          <a:spcPts val="0"/>
                        </a:spcBef>
                        <a:spcAft>
                          <a:spcPts val="0"/>
                        </a:spcAft>
                        <a:buNone/>
                      </a:pPr>
                      <a:r>
                        <a:rPr lang="es"/>
                        <a:t>64</a:t>
                      </a:r>
                      <a:endParaRPr/>
                    </a:p>
                  </a:txBody>
                  <a:tcPr marT="91425" marB="91425" marR="91425" marL="91425"/>
                </a:tc>
                <a:tc>
                  <a:txBody>
                    <a:bodyPr/>
                    <a:lstStyle/>
                    <a:p>
                      <a:pPr indent="0" lvl="0" marL="0" rtl="0" algn="l">
                        <a:spcBef>
                          <a:spcPts val="0"/>
                        </a:spcBef>
                        <a:spcAft>
                          <a:spcPts val="0"/>
                        </a:spcAft>
                        <a:buNone/>
                      </a:pPr>
                      <a:r>
                        <a:rPr lang="es"/>
                        <a:t>14</a:t>
                      </a:r>
                      <a:endParaRPr/>
                    </a:p>
                  </a:txBody>
                  <a:tcPr marT="91425" marB="91425" marR="91425" marL="91425"/>
                </a:tc>
                <a:tc>
                  <a:txBody>
                    <a:bodyPr/>
                    <a:lstStyle/>
                    <a:p>
                      <a:pPr indent="0" lvl="0" marL="0" rtl="0" algn="l">
                        <a:spcBef>
                          <a:spcPts val="0"/>
                        </a:spcBef>
                        <a:spcAft>
                          <a:spcPts val="0"/>
                        </a:spcAft>
                        <a:buNone/>
                      </a:pPr>
                      <a:r>
                        <a:rPr lang="es"/>
                        <a:t>103</a:t>
                      </a:r>
                      <a:endParaRPr/>
                    </a:p>
                  </a:txBody>
                  <a:tcPr marT="91425" marB="91425" marR="91425" marL="91425"/>
                </a:tc>
                <a:tc>
                  <a:txBody>
                    <a:bodyPr/>
                    <a:lstStyle/>
                    <a:p>
                      <a:pPr indent="0" lvl="0" marL="0" rtl="0" algn="l">
                        <a:spcBef>
                          <a:spcPts val="0"/>
                        </a:spcBef>
                        <a:spcAft>
                          <a:spcPts val="0"/>
                        </a:spcAft>
                        <a:buNone/>
                      </a:pPr>
                      <a:r>
                        <a:rPr lang="es"/>
                        <a:t>100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
                          <a:solidFill>
                            <a:schemeClr val="dk1"/>
                          </a:solidFill>
                        </a:rPr>
                        <a:t>102</a:t>
                      </a:r>
                      <a:endParaRPr/>
                    </a:p>
                  </a:txBody>
                  <a:tcPr marT="91425" marB="91425" marR="91425" marL="91425"/>
                </a:tc>
                <a:tc>
                  <a:txBody>
                    <a:bodyPr/>
                    <a:lstStyle/>
                    <a:p>
                      <a:pPr indent="0" lvl="0" marL="0" rtl="0" algn="l">
                        <a:spcBef>
                          <a:spcPts val="0"/>
                        </a:spcBef>
                        <a:spcAft>
                          <a:spcPts val="0"/>
                        </a:spcAft>
                        <a:buNone/>
                      </a:pPr>
                      <a:r>
                        <a:rPr lang="es"/>
                        <a:t>113</a:t>
                      </a:r>
                      <a:endParaRPr/>
                    </a:p>
                  </a:txBody>
                  <a:tcPr marT="91425" marB="91425" marR="91425" marL="91425"/>
                </a:tc>
              </a:tr>
            </a:tbl>
          </a:graphicData>
        </a:graphic>
      </p:graphicFrame>
      <p:sp>
        <p:nvSpPr>
          <p:cNvPr id="256" name="Google Shape;256;p43"/>
          <p:cNvSpPr/>
          <p:nvPr/>
        </p:nvSpPr>
        <p:spPr>
          <a:xfrm>
            <a:off x="4451925" y="1227531"/>
            <a:ext cx="1002900" cy="377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57" name="Google Shape;257;p43"/>
          <p:cNvSpPr/>
          <p:nvPr/>
        </p:nvSpPr>
        <p:spPr>
          <a:xfrm>
            <a:off x="5463350" y="3976475"/>
            <a:ext cx="918300" cy="449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Ok… y la complejidad?</a:t>
            </a:r>
            <a:endParaRPr/>
          </a:p>
        </p:txBody>
      </p:sp>
      <p:sp>
        <p:nvSpPr>
          <p:cNvPr id="263" name="Google Shape;263;p4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T(n) = T(n/2) + O(n)? → O(n)?</a:t>
            </a:r>
            <a:endParaRPr/>
          </a:p>
          <a:p>
            <a:pPr indent="0" lvl="0" marL="0" rtl="0" algn="l">
              <a:spcBef>
                <a:spcPts val="1600"/>
              </a:spcBef>
              <a:spcAft>
                <a:spcPts val="0"/>
              </a:spcAft>
              <a:buNone/>
            </a:pPr>
            <a:r>
              <a:rPr lang="es"/>
              <a:t>T</a:t>
            </a:r>
            <a:r>
              <a:rPr lang="es"/>
              <a:t>écnicamente… no. </a:t>
            </a:r>
            <a:br>
              <a:rPr lang="es"/>
            </a:br>
            <a:r>
              <a:rPr lang="es"/>
              <a:t>T(n, m) = T(n/2, m) + O(m), con T(0, m) = O(m). </a:t>
            </a:r>
            <a:endParaRPr/>
          </a:p>
          <a:p>
            <a:pPr indent="0" lvl="0" marL="0" rtl="0" algn="l">
              <a:spcBef>
                <a:spcPts val="1600"/>
              </a:spcBef>
              <a:spcAft>
                <a:spcPts val="0"/>
              </a:spcAft>
              <a:buNone/>
            </a:pPr>
            <a:r>
              <a:rPr lang="es"/>
              <a:t>OJO: </a:t>
            </a:r>
            <a:r>
              <a:rPr lang="es"/>
              <a:t>No se puede aplicar el TM porque el caso base no es constante. </a:t>
            </a:r>
            <a:endParaRPr/>
          </a:p>
          <a:p>
            <a:pPr indent="0" lvl="0" marL="0" rtl="0" algn="l">
              <a:spcBef>
                <a:spcPts val="1600"/>
              </a:spcBef>
              <a:spcAft>
                <a:spcPts val="1600"/>
              </a:spcAft>
              <a:buClr>
                <a:schemeClr val="dk1"/>
              </a:buClr>
              <a:buSzPts val="1100"/>
              <a:buFont typeface="Arial"/>
              <a:buNone/>
            </a:pPr>
            <a:r>
              <a:rPr lang="es"/>
              <a:t>Si desarrollamos la ecuación de recurrencia, vamos a llegar a ver qué complejidad finalmente tiene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5"/>
          <p:cNvSpPr txBox="1"/>
          <p:nvPr>
            <p:ph type="title"/>
          </p:nvPr>
        </p:nvSpPr>
        <p:spPr>
          <a:xfrm>
            <a:off x="311700" y="1407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 programamos? </a:t>
            </a:r>
            <a:endParaRPr/>
          </a:p>
        </p:txBody>
      </p:sp>
      <p:sp>
        <p:nvSpPr>
          <p:cNvPr id="269" name="Google Shape;269;p45"/>
          <p:cNvSpPr txBox="1"/>
          <p:nvPr>
            <p:ph idx="1" type="body"/>
          </p:nvPr>
        </p:nvSpPr>
        <p:spPr>
          <a:xfrm>
            <a:off x="311700" y="753925"/>
            <a:ext cx="8520600" cy="42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def max_local(matriz, n, c_ini, c_fin):</a:t>
            </a:r>
            <a:endParaRPr/>
          </a:p>
          <a:p>
            <a:pPr indent="0" lvl="0" marL="0" rtl="0" algn="l">
              <a:spcBef>
                <a:spcPts val="1600"/>
              </a:spcBef>
              <a:spcAft>
                <a:spcPts val="0"/>
              </a:spcAft>
              <a:buNone/>
            </a:pPr>
            <a:r>
              <a:rPr lang="es"/>
              <a:t>	if </a:t>
            </a:r>
            <a:r>
              <a:rPr lang="es"/>
              <a:t>c_ini - c_fin &lt;= 2: buscar_todas(,¡matriz, c_ini, c_fin)</a:t>
            </a:r>
            <a:endParaRPr/>
          </a:p>
          <a:p>
            <a:pPr indent="0" lvl="0" marL="0" rtl="0" algn="l">
              <a:spcBef>
                <a:spcPts val="1600"/>
              </a:spcBef>
              <a:spcAft>
                <a:spcPts val="0"/>
              </a:spcAft>
              <a:buNone/>
            </a:pPr>
            <a:r>
              <a:rPr lang="es"/>
              <a:t>	mitad = (</a:t>
            </a:r>
            <a:r>
              <a:rPr lang="es"/>
              <a:t>c_ini + c_fin) // 2</a:t>
            </a:r>
            <a:endParaRPr/>
          </a:p>
          <a:p>
            <a:pPr indent="0" lvl="0" marL="0" rtl="0" algn="l">
              <a:spcBef>
                <a:spcPts val="1600"/>
              </a:spcBef>
              <a:spcAft>
                <a:spcPts val="0"/>
              </a:spcAft>
              <a:buNone/>
            </a:pPr>
            <a:r>
              <a:rPr lang="es"/>
              <a:t>	maximo = max(matriz(mitad))</a:t>
            </a:r>
            <a:endParaRPr/>
          </a:p>
          <a:p>
            <a:pPr indent="0" lvl="0" marL="0" rtl="0" algn="l">
              <a:spcBef>
                <a:spcPts val="1600"/>
              </a:spcBef>
              <a:spcAft>
                <a:spcPts val="0"/>
              </a:spcAft>
              <a:buNone/>
            </a:pPr>
            <a:r>
              <a:rPr lang="es"/>
              <a:t>	if pos_es_max_local(maximo, matriz): return maximo</a:t>
            </a:r>
            <a:endParaRPr/>
          </a:p>
          <a:p>
            <a:pPr indent="0" lvl="0" marL="0" rtl="0" algn="l">
              <a:spcBef>
                <a:spcPts val="1600"/>
              </a:spcBef>
              <a:spcAft>
                <a:spcPts val="0"/>
              </a:spcAft>
              <a:buNone/>
            </a:pPr>
            <a:r>
              <a:rPr lang="es"/>
              <a:t>	if eval(matriz, pos_a_la_izq(maximo)) &gt; eval(matriz, pos_a_la_der(maximo)):</a:t>
            </a:r>
            <a:endParaRPr/>
          </a:p>
          <a:p>
            <a:pPr indent="0" lvl="0" marL="0" rtl="0" algn="l">
              <a:spcBef>
                <a:spcPts val="1600"/>
              </a:spcBef>
              <a:spcAft>
                <a:spcPts val="0"/>
              </a:spcAft>
              <a:buNone/>
            </a:pPr>
            <a:r>
              <a:rPr lang="es"/>
              <a:t>		return max_local(matriz, n, c_ini, mitad)</a:t>
            </a:r>
            <a:endParaRPr/>
          </a:p>
          <a:p>
            <a:pPr indent="0" lvl="0" marL="0" rtl="0" algn="l">
              <a:spcBef>
                <a:spcPts val="1600"/>
              </a:spcBef>
              <a:spcAft>
                <a:spcPts val="0"/>
              </a:spcAft>
              <a:buNone/>
            </a:pPr>
            <a:r>
              <a:rPr lang="es"/>
              <a:t>	return max_local(matriz, n, mitad+1, c_fin)</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p:nvPr/>
        </p:nvSpPr>
        <p:spPr>
          <a:xfrm>
            <a:off x="1942300" y="1950775"/>
            <a:ext cx="18096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75" name="Google Shape;275;p46"/>
          <p:cNvSpPr/>
          <p:nvPr/>
        </p:nvSpPr>
        <p:spPr>
          <a:xfrm>
            <a:off x="4656950" y="3137925"/>
            <a:ext cx="9048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76" name="Google Shape;276;p46"/>
          <p:cNvSpPr/>
          <p:nvPr/>
        </p:nvSpPr>
        <p:spPr>
          <a:xfrm>
            <a:off x="1942300" y="1554675"/>
            <a:ext cx="18096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77" name="Google Shape;277;p46"/>
          <p:cNvSpPr/>
          <p:nvPr/>
        </p:nvSpPr>
        <p:spPr>
          <a:xfrm>
            <a:off x="1942300" y="2743225"/>
            <a:ext cx="18096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78" name="Google Shape;278;p46"/>
          <p:cNvSpPr/>
          <p:nvPr/>
        </p:nvSpPr>
        <p:spPr>
          <a:xfrm>
            <a:off x="1942338" y="3137925"/>
            <a:ext cx="18096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79" name="Google Shape;279;p46"/>
          <p:cNvSpPr/>
          <p:nvPr/>
        </p:nvSpPr>
        <p:spPr>
          <a:xfrm>
            <a:off x="1942325" y="3535675"/>
            <a:ext cx="18096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0" name="Google Shape;280;p46"/>
          <p:cNvSpPr/>
          <p:nvPr/>
        </p:nvSpPr>
        <p:spPr>
          <a:xfrm>
            <a:off x="4656950" y="2743225"/>
            <a:ext cx="26667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1" name="Google Shape;281;p46"/>
          <p:cNvSpPr/>
          <p:nvPr/>
        </p:nvSpPr>
        <p:spPr>
          <a:xfrm>
            <a:off x="4656950" y="3529775"/>
            <a:ext cx="26667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2" name="Google Shape;282;p46"/>
          <p:cNvSpPr/>
          <p:nvPr/>
        </p:nvSpPr>
        <p:spPr>
          <a:xfrm>
            <a:off x="4680850" y="1950800"/>
            <a:ext cx="26667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3" name="Google Shape;283;p46"/>
          <p:cNvSpPr/>
          <p:nvPr/>
        </p:nvSpPr>
        <p:spPr>
          <a:xfrm>
            <a:off x="4680850" y="1554675"/>
            <a:ext cx="26667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4" name="Google Shape;284;p46"/>
          <p:cNvSpPr/>
          <p:nvPr/>
        </p:nvSpPr>
        <p:spPr>
          <a:xfrm>
            <a:off x="6466750" y="3137925"/>
            <a:ext cx="856800" cy="3963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graphicFrame>
        <p:nvGraphicFramePr>
          <p:cNvPr id="285" name="Google Shape;285;p46"/>
          <p:cNvGraphicFramePr/>
          <p:nvPr/>
        </p:nvGraphicFramePr>
        <p:xfrm>
          <a:off x="1037414" y="1158375"/>
          <a:ext cx="3000000" cy="3000000"/>
        </p:xfrm>
        <a:graphic>
          <a:graphicData uri="http://schemas.openxmlformats.org/drawingml/2006/table">
            <a:tbl>
              <a:tblPr>
                <a:noFill/>
                <a:tableStyleId>{EFA7E02D-B525-47F5-A5CF-ECB41BEAFE8A}</a:tableStyleId>
              </a:tblPr>
              <a:tblGrid>
                <a:gridCol w="904875"/>
                <a:gridCol w="904875"/>
                <a:gridCol w="904875"/>
                <a:gridCol w="904875"/>
                <a:gridCol w="904875"/>
                <a:gridCol w="904875"/>
                <a:gridCol w="904875"/>
                <a:gridCol w="904875"/>
              </a:tblGrid>
              <a:tr h="100000">
                <a:tc>
                  <a:txBody>
                    <a:bodyPr/>
                    <a:lstStyle/>
                    <a:p>
                      <a:pPr indent="0" lvl="0" marL="0" rtl="0" algn="l">
                        <a:spcBef>
                          <a:spcPts val="0"/>
                        </a:spcBef>
                        <a:spcAft>
                          <a:spcPts val="0"/>
                        </a:spcAft>
                        <a:buNone/>
                      </a:pPr>
                      <a:r>
                        <a:rPr lang="es"/>
                        <a:t>45</a:t>
                      </a:r>
                      <a:endParaRPr/>
                    </a:p>
                  </a:txBody>
                  <a:tcPr marT="91425" marB="91425" marR="91425" marL="91425"/>
                </a:tc>
                <a:tc>
                  <a:txBody>
                    <a:bodyPr/>
                    <a:lstStyle/>
                    <a:p>
                      <a:pPr indent="0" lvl="0" marL="0" rtl="0" algn="l">
                        <a:spcBef>
                          <a:spcPts val="0"/>
                        </a:spcBef>
                        <a:spcAft>
                          <a:spcPts val="0"/>
                        </a:spcAft>
                        <a:buNone/>
                      </a:pPr>
                      <a:r>
                        <a:rPr lang="es"/>
                        <a:t>102</a:t>
                      </a:r>
                      <a:endParaRPr/>
                    </a:p>
                  </a:txBody>
                  <a:tcPr marT="91425" marB="91425" marR="91425" marL="91425"/>
                </a:tc>
                <a:tc>
                  <a:txBody>
                    <a:bodyPr/>
                    <a:lstStyle/>
                    <a:p>
                      <a:pPr indent="0" lvl="0" marL="0" rtl="0" algn="l">
                        <a:spcBef>
                          <a:spcPts val="0"/>
                        </a:spcBef>
                        <a:spcAft>
                          <a:spcPts val="0"/>
                        </a:spcAft>
                        <a:buNone/>
                      </a:pPr>
                      <a:r>
                        <a:rPr lang="es"/>
                        <a:t>128</a:t>
                      </a:r>
                      <a:endParaRPr/>
                    </a:p>
                  </a:txBody>
                  <a:tcPr marT="91425" marB="91425" marR="91425" marL="91425"/>
                </a:tc>
                <a:tc>
                  <a:txBody>
                    <a:bodyPr/>
                    <a:lstStyle/>
                    <a:p>
                      <a:pPr indent="0" lvl="0" marL="0" rtl="0" algn="l">
                        <a:spcBef>
                          <a:spcPts val="0"/>
                        </a:spcBef>
                        <a:spcAft>
                          <a:spcPts val="0"/>
                        </a:spcAft>
                        <a:buNone/>
                      </a:pPr>
                      <a:r>
                        <a:rPr lang="es"/>
                        <a:t>84</a:t>
                      </a:r>
                      <a:endParaRPr/>
                    </a:p>
                  </a:txBody>
                  <a:tcPr marT="91425" marB="91425" marR="91425" marL="91425"/>
                </a:tc>
                <a:tc>
                  <a:txBody>
                    <a:bodyPr/>
                    <a:lstStyle/>
                    <a:p>
                      <a:pPr indent="0" lvl="0" marL="0" rtl="0" algn="l">
                        <a:spcBef>
                          <a:spcPts val="0"/>
                        </a:spcBef>
                        <a:spcAft>
                          <a:spcPts val="0"/>
                        </a:spcAft>
                        <a:buNone/>
                      </a:pPr>
                      <a:r>
                        <a:rPr lang="es"/>
                        <a:t>191</a:t>
                      </a:r>
                      <a:endParaRPr/>
                    </a:p>
                  </a:txBody>
                  <a:tcPr marT="91425" marB="91425" marR="91425" marL="91425"/>
                </a:tc>
                <a:tc>
                  <a:txBody>
                    <a:bodyPr/>
                    <a:lstStyle/>
                    <a:p>
                      <a:pPr indent="0" lvl="0" marL="0" rtl="0" algn="l">
                        <a:spcBef>
                          <a:spcPts val="0"/>
                        </a:spcBef>
                        <a:spcAft>
                          <a:spcPts val="0"/>
                        </a:spcAft>
                        <a:buNone/>
                      </a:pPr>
                      <a:r>
                        <a:rPr lang="es"/>
                        <a:t>87</a:t>
                      </a:r>
                      <a:endParaRPr/>
                    </a:p>
                  </a:txBody>
                  <a:tcPr marT="91425" marB="91425" marR="91425" marL="91425"/>
                </a:tc>
                <a:tc>
                  <a:txBody>
                    <a:bodyPr/>
                    <a:lstStyle/>
                    <a:p>
                      <a:pPr indent="0" lvl="0" marL="0" rtl="0" algn="l">
                        <a:spcBef>
                          <a:spcPts val="0"/>
                        </a:spcBef>
                        <a:spcAft>
                          <a:spcPts val="0"/>
                        </a:spcAft>
                        <a:buNone/>
                      </a:pPr>
                      <a:r>
                        <a:rPr lang="es"/>
                        <a:t>150</a:t>
                      </a:r>
                      <a:endParaRPr/>
                    </a:p>
                  </a:txBody>
                  <a:tcPr marT="91425" marB="91425" marR="91425" marL="91425"/>
                </a:tc>
                <a:tc>
                  <a:txBody>
                    <a:bodyPr/>
                    <a:lstStyle/>
                    <a:p>
                      <a:pPr indent="0" lvl="0" marL="0" rtl="0" algn="l">
                        <a:spcBef>
                          <a:spcPts val="0"/>
                        </a:spcBef>
                        <a:spcAft>
                          <a:spcPts val="0"/>
                        </a:spcAft>
                        <a:buNone/>
                      </a:pPr>
                      <a:r>
                        <a:rPr lang="es"/>
                        <a:t>27</a:t>
                      </a:r>
                      <a:endParaRPr/>
                    </a:p>
                  </a:txBody>
                  <a:tcPr marT="91425" marB="91425" marR="91425" marL="91425"/>
                </a:tc>
              </a:tr>
              <a:tr h="381000">
                <a:tc>
                  <a:txBody>
                    <a:bodyPr/>
                    <a:lstStyle/>
                    <a:p>
                      <a:pPr indent="0" lvl="0" marL="0" rtl="0" algn="l">
                        <a:spcBef>
                          <a:spcPts val="0"/>
                        </a:spcBef>
                        <a:spcAft>
                          <a:spcPts val="0"/>
                        </a:spcAft>
                        <a:buNone/>
                      </a:pPr>
                      <a:r>
                        <a:rPr lang="es"/>
                        <a:t>66</a:t>
                      </a:r>
                      <a:endParaRPr/>
                    </a:p>
                  </a:txBody>
                  <a:tcPr marT="91425" marB="91425" marR="91425" marL="91425"/>
                </a:tc>
                <a:tc>
                  <a:txBody>
                    <a:bodyPr/>
                    <a:lstStyle/>
                    <a:p>
                      <a:pPr indent="0" lvl="0" marL="0" rtl="0" algn="l">
                        <a:spcBef>
                          <a:spcPts val="0"/>
                        </a:spcBef>
                        <a:spcAft>
                          <a:spcPts val="0"/>
                        </a:spcAft>
                        <a:buNone/>
                      </a:pPr>
                      <a:r>
                        <a:rPr lang="es"/>
                        <a:t>38</a:t>
                      </a:r>
                      <a:endParaRPr/>
                    </a:p>
                  </a:txBody>
                  <a:tcPr marT="91425" marB="91425" marR="91425" marL="91425"/>
                </a:tc>
                <a:tc>
                  <a:txBody>
                    <a:bodyPr/>
                    <a:lstStyle/>
                    <a:p>
                      <a:pPr indent="0" lvl="0" marL="0" rtl="0" algn="l">
                        <a:spcBef>
                          <a:spcPts val="0"/>
                        </a:spcBef>
                        <a:spcAft>
                          <a:spcPts val="0"/>
                        </a:spcAft>
                        <a:buNone/>
                      </a:pPr>
                      <a:r>
                        <a:rPr lang="es"/>
                        <a:t>92</a:t>
                      </a:r>
                      <a:endParaRPr/>
                    </a:p>
                  </a:txBody>
                  <a:tcPr marT="91425" marB="91425" marR="91425" marL="91425"/>
                </a:tc>
                <a:tc>
                  <a:txBody>
                    <a:bodyPr/>
                    <a:lstStyle/>
                    <a:p>
                      <a:pPr indent="0" lvl="0" marL="0" rtl="0" algn="l">
                        <a:spcBef>
                          <a:spcPts val="0"/>
                        </a:spcBef>
                        <a:spcAft>
                          <a:spcPts val="0"/>
                        </a:spcAft>
                        <a:buNone/>
                      </a:pPr>
                      <a:r>
                        <a:rPr lang="es"/>
                        <a:t>112</a:t>
                      </a:r>
                      <a:endParaRPr/>
                    </a:p>
                  </a:txBody>
                  <a:tcPr marT="91425" marB="91425" marR="91425" marL="91425"/>
                </a:tc>
                <a:tc>
                  <a:txBody>
                    <a:bodyPr/>
                    <a:lstStyle/>
                    <a:p>
                      <a:pPr indent="0" lvl="0" marL="0" rtl="0" algn="l">
                        <a:spcBef>
                          <a:spcPts val="0"/>
                        </a:spcBef>
                        <a:spcAft>
                          <a:spcPts val="0"/>
                        </a:spcAft>
                        <a:buNone/>
                      </a:pPr>
                      <a:r>
                        <a:rPr lang="es"/>
                        <a:t>114</a:t>
                      </a:r>
                      <a:endParaRPr/>
                    </a:p>
                  </a:txBody>
                  <a:tcPr marT="91425" marB="91425" marR="91425" marL="91425"/>
                </a:tc>
                <a:tc>
                  <a:txBody>
                    <a:bodyPr/>
                    <a:lstStyle/>
                    <a:p>
                      <a:pPr indent="0" lvl="0" marL="0" rtl="0" algn="l">
                        <a:spcBef>
                          <a:spcPts val="0"/>
                        </a:spcBef>
                        <a:spcAft>
                          <a:spcPts val="0"/>
                        </a:spcAft>
                        <a:buNone/>
                      </a:pPr>
                      <a:r>
                        <a:rPr lang="es"/>
                        <a:t>76</a:t>
                      </a:r>
                      <a:endParaRPr/>
                    </a:p>
                  </a:txBody>
                  <a:tcPr marT="91425" marB="91425" marR="91425" marL="91425"/>
                </a:tc>
                <a:tc>
                  <a:txBody>
                    <a:bodyPr/>
                    <a:lstStyle/>
                    <a:p>
                      <a:pPr indent="0" lvl="0" marL="0" rtl="0" algn="l">
                        <a:spcBef>
                          <a:spcPts val="0"/>
                        </a:spcBef>
                        <a:spcAft>
                          <a:spcPts val="0"/>
                        </a:spcAft>
                        <a:buNone/>
                      </a:pPr>
                      <a:r>
                        <a:rPr lang="es"/>
                        <a:t>154</a:t>
                      </a:r>
                      <a:endParaRPr/>
                    </a:p>
                  </a:txBody>
                  <a:tcPr marT="91425" marB="91425" marR="91425" marL="91425"/>
                </a:tc>
                <a:tc>
                  <a:txBody>
                    <a:bodyPr/>
                    <a:lstStyle/>
                    <a:p>
                      <a:pPr indent="0" lvl="0" marL="0" rtl="0" algn="l">
                        <a:spcBef>
                          <a:spcPts val="0"/>
                        </a:spcBef>
                        <a:spcAft>
                          <a:spcPts val="0"/>
                        </a:spcAft>
                        <a:buNone/>
                      </a:pPr>
                      <a:r>
                        <a:rPr lang="es"/>
                        <a:t>122</a:t>
                      </a:r>
                      <a:endParaRPr/>
                    </a:p>
                  </a:txBody>
                  <a:tcPr marT="91425" marB="91425" marR="91425" marL="91425"/>
                </a:tc>
              </a:tr>
              <a:tr h="381000">
                <a:tc>
                  <a:txBody>
                    <a:bodyPr/>
                    <a:lstStyle/>
                    <a:p>
                      <a:pPr indent="0" lvl="0" marL="0" rtl="0" algn="l">
                        <a:spcBef>
                          <a:spcPts val="0"/>
                        </a:spcBef>
                        <a:spcAft>
                          <a:spcPts val="0"/>
                        </a:spcAft>
                        <a:buNone/>
                      </a:pPr>
                      <a:r>
                        <a:rPr lang="es"/>
                        <a:t>25</a:t>
                      </a:r>
                      <a:endParaRPr/>
                    </a:p>
                  </a:txBody>
                  <a:tcPr marT="91425" marB="91425" marR="91425" marL="91425"/>
                </a:tc>
                <a:tc>
                  <a:txBody>
                    <a:bodyPr/>
                    <a:lstStyle/>
                    <a:p>
                      <a:pPr indent="0" lvl="0" marL="0" rtl="0" algn="l">
                        <a:spcBef>
                          <a:spcPts val="0"/>
                        </a:spcBef>
                        <a:spcAft>
                          <a:spcPts val="0"/>
                        </a:spcAft>
                        <a:buNone/>
                      </a:pPr>
                      <a:r>
                        <a:rPr lang="es"/>
                        <a:t>164</a:t>
                      </a:r>
                      <a:endParaRPr/>
                    </a:p>
                  </a:txBody>
                  <a:tcPr marT="91425" marB="91425" marR="91425" marL="91425"/>
                </a:tc>
                <a:tc>
                  <a:txBody>
                    <a:bodyPr/>
                    <a:lstStyle/>
                    <a:p>
                      <a:pPr indent="0" lvl="0" marL="0" rtl="0" algn="l">
                        <a:spcBef>
                          <a:spcPts val="0"/>
                        </a:spcBef>
                        <a:spcAft>
                          <a:spcPts val="0"/>
                        </a:spcAft>
                        <a:buNone/>
                      </a:pPr>
                      <a:r>
                        <a:rPr lang="es"/>
                        <a:t>70</a:t>
                      </a:r>
                      <a:endParaRPr/>
                    </a:p>
                  </a:txBody>
                  <a:tcPr marT="91425" marB="91425" marR="91425" marL="91425"/>
                </a:tc>
                <a:tc>
                  <a:txBody>
                    <a:bodyPr/>
                    <a:lstStyle/>
                    <a:p>
                      <a:pPr indent="0" lvl="0" marL="0" rtl="0" algn="l">
                        <a:spcBef>
                          <a:spcPts val="0"/>
                        </a:spcBef>
                        <a:spcAft>
                          <a:spcPts val="0"/>
                        </a:spcAft>
                        <a:buNone/>
                      </a:pPr>
                      <a:r>
                        <a:rPr lang="es"/>
                        <a:t>1</a:t>
                      </a:r>
                      <a:endParaRPr/>
                    </a:p>
                  </a:txBody>
                  <a:tcPr marT="91425" marB="91425" marR="91425" marL="91425"/>
                </a:tc>
                <a:tc>
                  <a:txBody>
                    <a:bodyPr/>
                    <a:lstStyle/>
                    <a:p>
                      <a:pPr indent="0" lvl="0" marL="0" rtl="0" algn="l">
                        <a:spcBef>
                          <a:spcPts val="0"/>
                        </a:spcBef>
                        <a:spcAft>
                          <a:spcPts val="0"/>
                        </a:spcAft>
                        <a:buNone/>
                      </a:pPr>
                      <a:r>
                        <a:rPr lang="es"/>
                        <a:t>79</a:t>
                      </a:r>
                      <a:endParaRPr/>
                    </a:p>
                  </a:txBody>
                  <a:tcPr marT="91425" marB="91425" marR="91425" marL="91425"/>
                </a:tc>
                <a:tc>
                  <a:txBody>
                    <a:bodyPr/>
                    <a:lstStyle/>
                    <a:p>
                      <a:pPr indent="0" lvl="0" marL="0" rtl="0" algn="l">
                        <a:spcBef>
                          <a:spcPts val="0"/>
                        </a:spcBef>
                        <a:spcAft>
                          <a:spcPts val="0"/>
                        </a:spcAft>
                        <a:buNone/>
                      </a:pPr>
                      <a:r>
                        <a:rPr lang="es"/>
                        <a:t>108</a:t>
                      </a:r>
                      <a:endParaRPr/>
                    </a:p>
                  </a:txBody>
                  <a:tcPr marT="91425" marB="91425" marR="91425" marL="91425"/>
                </a:tc>
                <a:tc>
                  <a:txBody>
                    <a:bodyPr/>
                    <a:lstStyle/>
                    <a:p>
                      <a:pPr indent="0" lvl="0" marL="0" rtl="0" algn="l">
                        <a:spcBef>
                          <a:spcPts val="0"/>
                        </a:spcBef>
                        <a:spcAft>
                          <a:spcPts val="0"/>
                        </a:spcAft>
                        <a:buNone/>
                      </a:pPr>
                      <a:r>
                        <a:rPr lang="es"/>
                        <a:t>20</a:t>
                      </a:r>
                      <a:endParaRPr/>
                    </a:p>
                  </a:txBody>
                  <a:tcPr marT="91425" marB="91425" marR="91425" marL="91425"/>
                </a:tc>
                <a:tc>
                  <a:txBody>
                    <a:bodyPr/>
                    <a:lstStyle/>
                    <a:p>
                      <a:pPr indent="0" lvl="0" marL="0" rtl="0" algn="l">
                        <a:spcBef>
                          <a:spcPts val="0"/>
                        </a:spcBef>
                        <a:spcAft>
                          <a:spcPts val="0"/>
                        </a:spcAft>
                        <a:buNone/>
                      </a:pPr>
                      <a:r>
                        <a:rPr lang="es"/>
                        <a:t>185</a:t>
                      </a:r>
                      <a:endParaRPr/>
                    </a:p>
                  </a:txBody>
                  <a:tcPr marT="91425" marB="91425" marR="91425" marL="91425"/>
                </a:tc>
              </a:tr>
              <a:tr h="381000">
                <a:tc>
                  <a:txBody>
                    <a:bodyPr/>
                    <a:lstStyle/>
                    <a:p>
                      <a:pPr indent="0" lvl="0" marL="0" rtl="0" algn="l">
                        <a:spcBef>
                          <a:spcPts val="0"/>
                        </a:spcBef>
                        <a:spcAft>
                          <a:spcPts val="0"/>
                        </a:spcAft>
                        <a:buNone/>
                      </a:pPr>
                      <a:r>
                        <a:rPr lang="es"/>
                        <a:t>18</a:t>
                      </a:r>
                      <a:endParaRPr/>
                    </a:p>
                  </a:txBody>
                  <a:tcPr marT="91425" marB="91425" marR="91425" marL="91425"/>
                </a:tc>
                <a:tc>
                  <a:txBody>
                    <a:bodyPr/>
                    <a:lstStyle/>
                    <a:p>
                      <a:pPr indent="0" lvl="0" marL="0" rtl="0" algn="l">
                        <a:spcBef>
                          <a:spcPts val="0"/>
                        </a:spcBef>
                        <a:spcAft>
                          <a:spcPts val="0"/>
                        </a:spcAft>
                        <a:buNone/>
                      </a:pPr>
                      <a:r>
                        <a:rPr lang="es"/>
                        <a:t>77</a:t>
                      </a:r>
                      <a:endParaRPr/>
                    </a:p>
                  </a:txBody>
                  <a:tcPr marT="91425" marB="91425" marR="91425" marL="91425"/>
                </a:tc>
                <a:tc>
                  <a:txBody>
                    <a:bodyPr/>
                    <a:lstStyle/>
                    <a:p>
                      <a:pPr indent="0" lvl="0" marL="0" rtl="0" algn="l">
                        <a:spcBef>
                          <a:spcPts val="0"/>
                        </a:spcBef>
                        <a:spcAft>
                          <a:spcPts val="0"/>
                        </a:spcAft>
                        <a:buNone/>
                      </a:pPr>
                      <a:r>
                        <a:rPr lang="es"/>
                        <a:t>90</a:t>
                      </a:r>
                      <a:endParaRPr/>
                    </a:p>
                  </a:txBody>
                  <a:tcPr marT="91425" marB="91425" marR="91425" marL="91425"/>
                </a:tc>
                <a:tc>
                  <a:txBody>
                    <a:bodyPr/>
                    <a:lstStyle/>
                    <a:p>
                      <a:pPr indent="0" lvl="0" marL="0" rtl="0" algn="l">
                        <a:spcBef>
                          <a:spcPts val="0"/>
                        </a:spcBef>
                        <a:spcAft>
                          <a:spcPts val="0"/>
                        </a:spcAft>
                        <a:buNone/>
                      </a:pPr>
                      <a:r>
                        <a:rPr lang="es"/>
                        <a:t>106</a:t>
                      </a:r>
                      <a:endParaRPr/>
                    </a:p>
                  </a:txBody>
                  <a:tcPr marT="91425" marB="91425" marR="91425" marL="91425"/>
                </a:tc>
                <a:tc>
                  <a:txBody>
                    <a:bodyPr/>
                    <a:lstStyle/>
                    <a:p>
                      <a:pPr indent="0" lvl="0" marL="0" rtl="0" algn="l">
                        <a:spcBef>
                          <a:spcPts val="0"/>
                        </a:spcBef>
                        <a:spcAft>
                          <a:spcPts val="0"/>
                        </a:spcAft>
                        <a:buNone/>
                      </a:pPr>
                      <a:r>
                        <a:rPr lang="es"/>
                        <a:t>35</a:t>
                      </a:r>
                      <a:endParaRPr/>
                    </a:p>
                  </a:txBody>
                  <a:tcPr marT="91425" marB="91425" marR="91425" marL="91425"/>
                </a:tc>
                <a:tc>
                  <a:txBody>
                    <a:bodyPr/>
                    <a:lstStyle/>
                    <a:p>
                      <a:pPr indent="0" lvl="0" marL="0" rtl="0" algn="l">
                        <a:spcBef>
                          <a:spcPts val="0"/>
                        </a:spcBef>
                        <a:spcAft>
                          <a:spcPts val="0"/>
                        </a:spcAft>
                        <a:buNone/>
                      </a:pPr>
                      <a:r>
                        <a:rPr lang="es"/>
                        <a:t>68</a:t>
                      </a:r>
                      <a:endParaRPr/>
                    </a:p>
                  </a:txBody>
                  <a:tcPr marT="91425" marB="91425" marR="91425" marL="91425"/>
                </a:tc>
                <a:tc>
                  <a:txBody>
                    <a:bodyPr/>
                    <a:lstStyle/>
                    <a:p>
                      <a:pPr indent="0" lvl="0" marL="0" rtl="0" algn="l">
                        <a:spcBef>
                          <a:spcPts val="0"/>
                        </a:spcBef>
                        <a:spcAft>
                          <a:spcPts val="0"/>
                        </a:spcAft>
                        <a:buNone/>
                      </a:pPr>
                      <a:r>
                        <a:rPr lang="es"/>
                        <a:t>176</a:t>
                      </a:r>
                      <a:endParaRPr/>
                    </a:p>
                  </a:txBody>
                  <a:tcPr marT="91425" marB="91425" marR="91425" marL="91425"/>
                </a:tc>
                <a:tc>
                  <a:txBody>
                    <a:bodyPr/>
                    <a:lstStyle/>
                    <a:p>
                      <a:pPr indent="0" lvl="0" marL="0" rtl="0" algn="l">
                        <a:spcBef>
                          <a:spcPts val="0"/>
                        </a:spcBef>
                        <a:spcAft>
                          <a:spcPts val="0"/>
                        </a:spcAft>
                        <a:buNone/>
                      </a:pPr>
                      <a:r>
                        <a:rPr lang="es"/>
                        <a:t>74</a:t>
                      </a:r>
                      <a:endParaRPr/>
                    </a:p>
                  </a:txBody>
                  <a:tcPr marT="91425" marB="91425" marR="91425" marL="91425"/>
                </a:tc>
              </a:tr>
              <a:tr h="381000">
                <a:tc>
                  <a:txBody>
                    <a:bodyPr/>
                    <a:lstStyle/>
                    <a:p>
                      <a:pPr indent="0" lvl="0" marL="0" rtl="0" algn="l">
                        <a:spcBef>
                          <a:spcPts val="0"/>
                        </a:spcBef>
                        <a:spcAft>
                          <a:spcPts val="0"/>
                        </a:spcAft>
                        <a:buNone/>
                      </a:pPr>
                      <a:r>
                        <a:rPr lang="es"/>
                        <a:t>181</a:t>
                      </a:r>
                      <a:endParaRPr/>
                    </a:p>
                  </a:txBody>
                  <a:tcPr marT="91425" marB="91425" marR="91425" marL="91425"/>
                </a:tc>
                <a:tc>
                  <a:txBody>
                    <a:bodyPr/>
                    <a:lstStyle/>
                    <a:p>
                      <a:pPr indent="0" lvl="0" marL="0" rtl="0" algn="l">
                        <a:spcBef>
                          <a:spcPts val="0"/>
                        </a:spcBef>
                        <a:spcAft>
                          <a:spcPts val="0"/>
                        </a:spcAft>
                        <a:buNone/>
                      </a:pPr>
                      <a:r>
                        <a:rPr lang="es"/>
                        <a:t>22</a:t>
                      </a:r>
                      <a:endParaRPr/>
                    </a:p>
                  </a:txBody>
                  <a:tcPr marT="91425" marB="91425" marR="91425" marL="91425"/>
                </a:tc>
                <a:tc>
                  <a:txBody>
                    <a:bodyPr/>
                    <a:lstStyle/>
                    <a:p>
                      <a:pPr indent="0" lvl="0" marL="0" rtl="0" algn="l">
                        <a:spcBef>
                          <a:spcPts val="0"/>
                        </a:spcBef>
                        <a:spcAft>
                          <a:spcPts val="0"/>
                        </a:spcAft>
                        <a:buNone/>
                      </a:pPr>
                      <a:r>
                        <a:rPr lang="es"/>
                        <a:t>200</a:t>
                      </a:r>
                      <a:endParaRPr/>
                    </a:p>
                  </a:txBody>
                  <a:tcPr marT="91425" marB="91425" marR="91425" marL="91425"/>
                </a:tc>
                <a:tc>
                  <a:txBody>
                    <a:bodyPr/>
                    <a:lstStyle/>
                    <a:p>
                      <a:pPr indent="0" lvl="0" marL="0" rtl="0" algn="l">
                        <a:spcBef>
                          <a:spcPts val="0"/>
                        </a:spcBef>
                        <a:spcAft>
                          <a:spcPts val="0"/>
                        </a:spcAft>
                        <a:buNone/>
                      </a:pPr>
                      <a:r>
                        <a:rPr lang="es"/>
                        <a:t>86</a:t>
                      </a:r>
                      <a:endParaRPr/>
                    </a:p>
                  </a:txBody>
                  <a:tcPr marT="91425" marB="91425" marR="91425" marL="91425"/>
                </a:tc>
                <a:tc>
                  <a:txBody>
                    <a:bodyPr/>
                    <a:lstStyle/>
                    <a:p>
                      <a:pPr indent="0" lvl="0" marL="0" rtl="0" algn="l">
                        <a:spcBef>
                          <a:spcPts val="0"/>
                        </a:spcBef>
                        <a:spcAft>
                          <a:spcPts val="0"/>
                        </a:spcAft>
                        <a:buNone/>
                      </a:pPr>
                      <a:r>
                        <a:rPr lang="es"/>
                        <a:t>144</a:t>
                      </a:r>
                      <a:endParaRPr/>
                    </a:p>
                  </a:txBody>
                  <a:tcPr marT="91425" marB="91425" marR="91425" marL="91425"/>
                </a:tc>
                <a:tc>
                  <a:txBody>
                    <a:bodyPr/>
                    <a:lstStyle/>
                    <a:p>
                      <a:pPr indent="0" lvl="0" marL="0" rtl="0" algn="l">
                        <a:spcBef>
                          <a:spcPts val="0"/>
                        </a:spcBef>
                        <a:spcAft>
                          <a:spcPts val="0"/>
                        </a:spcAft>
                        <a:buNone/>
                      </a:pPr>
                      <a:r>
                        <a:rPr lang="es"/>
                        <a:t>37</a:t>
                      </a:r>
                      <a:endParaRPr/>
                    </a:p>
                  </a:txBody>
                  <a:tcPr marT="91425" marB="91425" marR="91425" marL="91425"/>
                </a:tc>
                <a:tc>
                  <a:txBody>
                    <a:bodyPr/>
                    <a:lstStyle/>
                    <a:p>
                      <a:pPr indent="0" lvl="0" marL="0" rtl="0" algn="l">
                        <a:spcBef>
                          <a:spcPts val="0"/>
                        </a:spcBef>
                        <a:spcAft>
                          <a:spcPts val="0"/>
                        </a:spcAft>
                        <a:buNone/>
                      </a:pPr>
                      <a:r>
                        <a:rPr lang="es"/>
                        <a:t>23</a:t>
                      </a:r>
                      <a:endParaRPr/>
                    </a:p>
                  </a:txBody>
                  <a:tcPr marT="91425" marB="91425" marR="91425" marL="91425"/>
                </a:tc>
                <a:tc>
                  <a:txBody>
                    <a:bodyPr/>
                    <a:lstStyle/>
                    <a:p>
                      <a:pPr indent="0" lvl="0" marL="0" rtl="0" algn="l">
                        <a:spcBef>
                          <a:spcPts val="0"/>
                        </a:spcBef>
                        <a:spcAft>
                          <a:spcPts val="0"/>
                        </a:spcAft>
                        <a:buNone/>
                      </a:pPr>
                      <a:r>
                        <a:rPr lang="es"/>
                        <a:t>69</a:t>
                      </a:r>
                      <a:endParaRPr/>
                    </a:p>
                  </a:txBody>
                  <a:tcPr marT="91425" marB="91425" marR="91425" marL="91425"/>
                </a:tc>
              </a:tr>
              <a:tr h="381000">
                <a:tc>
                  <a:txBody>
                    <a:bodyPr/>
                    <a:lstStyle/>
                    <a:p>
                      <a:pPr indent="0" lvl="0" marL="0" rtl="0" algn="l">
                        <a:spcBef>
                          <a:spcPts val="0"/>
                        </a:spcBef>
                        <a:spcAft>
                          <a:spcPts val="0"/>
                        </a:spcAft>
                        <a:buNone/>
                      </a:pPr>
                      <a:r>
                        <a:rPr lang="es"/>
                        <a:t>46</a:t>
                      </a:r>
                      <a:endParaRPr/>
                    </a:p>
                  </a:txBody>
                  <a:tcPr marT="91425" marB="91425" marR="91425" marL="91425"/>
                </a:tc>
                <a:tc>
                  <a:txBody>
                    <a:bodyPr/>
                    <a:lstStyle/>
                    <a:p>
                      <a:pPr indent="0" lvl="0" marL="0" rtl="0" algn="l">
                        <a:spcBef>
                          <a:spcPts val="0"/>
                        </a:spcBef>
                        <a:spcAft>
                          <a:spcPts val="0"/>
                        </a:spcAft>
                        <a:buNone/>
                      </a:pPr>
                      <a:r>
                        <a:rPr lang="es"/>
                        <a:t>151</a:t>
                      </a:r>
                      <a:endParaRPr/>
                    </a:p>
                  </a:txBody>
                  <a:tcPr marT="91425" marB="91425" marR="91425" marL="91425"/>
                </a:tc>
                <a:tc>
                  <a:txBody>
                    <a:bodyPr/>
                    <a:lstStyle/>
                    <a:p>
                      <a:pPr indent="0" lvl="0" marL="0" rtl="0" algn="l">
                        <a:spcBef>
                          <a:spcPts val="0"/>
                        </a:spcBef>
                        <a:spcAft>
                          <a:spcPts val="0"/>
                        </a:spcAft>
                        <a:buNone/>
                      </a:pPr>
                      <a:r>
                        <a:rPr lang="es"/>
                        <a:t>121</a:t>
                      </a:r>
                      <a:endParaRPr/>
                    </a:p>
                  </a:txBody>
                  <a:tcPr marT="91425" marB="91425" marR="91425" marL="91425"/>
                </a:tc>
                <a:tc>
                  <a:txBody>
                    <a:bodyPr/>
                    <a:lstStyle/>
                    <a:p>
                      <a:pPr indent="0" lvl="0" marL="0" rtl="0" algn="l">
                        <a:spcBef>
                          <a:spcPts val="0"/>
                        </a:spcBef>
                        <a:spcAft>
                          <a:spcPts val="0"/>
                        </a:spcAft>
                        <a:buNone/>
                      </a:pPr>
                      <a:r>
                        <a:rPr lang="es"/>
                        <a:t>3</a:t>
                      </a:r>
                      <a:endParaRPr/>
                    </a:p>
                  </a:txBody>
                  <a:tcPr marT="91425" marB="91425" marR="91425" marL="91425"/>
                </a:tc>
                <a:tc>
                  <a:txBody>
                    <a:bodyPr/>
                    <a:lstStyle/>
                    <a:p>
                      <a:pPr indent="0" lvl="0" marL="0" rtl="0" algn="l">
                        <a:spcBef>
                          <a:spcPts val="0"/>
                        </a:spcBef>
                        <a:spcAft>
                          <a:spcPts val="0"/>
                        </a:spcAft>
                        <a:buNone/>
                      </a:pPr>
                      <a:r>
                        <a:rPr lang="es"/>
                        <a:t>30</a:t>
                      </a:r>
                      <a:endParaRPr/>
                    </a:p>
                  </a:txBody>
                  <a:tcPr marT="91425" marB="91425" marR="91425" marL="91425"/>
                </a:tc>
                <a:tc>
                  <a:txBody>
                    <a:bodyPr/>
                    <a:lstStyle/>
                    <a:p>
                      <a:pPr indent="0" lvl="0" marL="0" rtl="0" algn="l">
                        <a:spcBef>
                          <a:spcPts val="0"/>
                        </a:spcBef>
                        <a:spcAft>
                          <a:spcPts val="0"/>
                        </a:spcAft>
                        <a:buNone/>
                      </a:pPr>
                      <a:r>
                        <a:rPr lang="es"/>
                        <a:t>195</a:t>
                      </a:r>
                      <a:endParaRPr/>
                    </a:p>
                  </a:txBody>
                  <a:tcPr marT="91425" marB="91425" marR="91425" marL="91425"/>
                </a:tc>
                <a:tc>
                  <a:txBody>
                    <a:bodyPr/>
                    <a:lstStyle/>
                    <a:p>
                      <a:pPr indent="0" lvl="0" marL="0" rtl="0" algn="l">
                        <a:spcBef>
                          <a:spcPts val="0"/>
                        </a:spcBef>
                        <a:spcAft>
                          <a:spcPts val="0"/>
                        </a:spcAft>
                        <a:buNone/>
                      </a:pPr>
                      <a:r>
                        <a:rPr lang="es"/>
                        <a:t>125</a:t>
                      </a:r>
                      <a:endParaRPr/>
                    </a:p>
                  </a:txBody>
                  <a:tcPr marT="91425" marB="91425" marR="91425" marL="91425"/>
                </a:tc>
                <a:tc>
                  <a:txBody>
                    <a:bodyPr/>
                    <a:lstStyle/>
                    <a:p>
                      <a:pPr indent="0" lvl="0" marL="0" rtl="0" algn="l">
                        <a:spcBef>
                          <a:spcPts val="0"/>
                        </a:spcBef>
                        <a:spcAft>
                          <a:spcPts val="0"/>
                        </a:spcAft>
                        <a:buNone/>
                      </a:pPr>
                      <a:r>
                        <a:rPr lang="es"/>
                        <a:t>10</a:t>
                      </a:r>
                      <a:endParaRPr/>
                    </a:p>
                  </a:txBody>
                  <a:tcPr marT="91425" marB="91425" marR="91425" marL="91425"/>
                </a:tc>
              </a:tr>
              <a:tr h="381000">
                <a:tc>
                  <a:txBody>
                    <a:bodyPr/>
                    <a:lstStyle/>
                    <a:p>
                      <a:pPr indent="0" lvl="0" marL="0" rtl="0" algn="l">
                        <a:spcBef>
                          <a:spcPts val="0"/>
                        </a:spcBef>
                        <a:spcAft>
                          <a:spcPts val="0"/>
                        </a:spcAft>
                        <a:buNone/>
                      </a:pPr>
                      <a:r>
                        <a:rPr lang="es"/>
                        <a:t>152</a:t>
                      </a:r>
                      <a:endParaRPr/>
                    </a:p>
                  </a:txBody>
                  <a:tcPr marT="91425" marB="91425" marR="91425" marL="91425"/>
                </a:tc>
                <a:tc>
                  <a:txBody>
                    <a:bodyPr/>
                    <a:lstStyle/>
                    <a:p>
                      <a:pPr indent="0" lvl="0" marL="0" rtl="0" algn="l">
                        <a:spcBef>
                          <a:spcPts val="0"/>
                        </a:spcBef>
                        <a:spcAft>
                          <a:spcPts val="0"/>
                        </a:spcAft>
                        <a:buNone/>
                      </a:pPr>
                      <a:r>
                        <a:rPr lang="es"/>
                        <a:t>147</a:t>
                      </a:r>
                      <a:endParaRPr/>
                    </a:p>
                  </a:txBody>
                  <a:tcPr marT="91425" marB="91425" marR="91425" marL="91425"/>
                </a:tc>
                <a:tc>
                  <a:txBody>
                    <a:bodyPr/>
                    <a:lstStyle/>
                    <a:p>
                      <a:pPr indent="0" lvl="0" marL="0" rtl="0" algn="l">
                        <a:spcBef>
                          <a:spcPts val="0"/>
                        </a:spcBef>
                        <a:spcAft>
                          <a:spcPts val="0"/>
                        </a:spcAft>
                        <a:buNone/>
                      </a:pPr>
                      <a:r>
                        <a:rPr lang="es"/>
                        <a:t>5</a:t>
                      </a:r>
                      <a:endParaRPr/>
                    </a:p>
                  </a:txBody>
                  <a:tcPr marT="91425" marB="91425" marR="91425" marL="91425"/>
                </a:tc>
                <a:tc>
                  <a:txBody>
                    <a:bodyPr/>
                    <a:lstStyle/>
                    <a:p>
                      <a:pPr indent="0" lvl="0" marL="0" rtl="0" algn="l">
                        <a:spcBef>
                          <a:spcPts val="0"/>
                        </a:spcBef>
                        <a:spcAft>
                          <a:spcPts val="0"/>
                        </a:spcAft>
                        <a:buNone/>
                      </a:pPr>
                      <a:r>
                        <a:rPr lang="es"/>
                        <a:t>126</a:t>
                      </a:r>
                      <a:endParaRPr/>
                    </a:p>
                  </a:txBody>
                  <a:tcPr marT="91425" marB="91425" marR="91425" marL="91425"/>
                </a:tc>
                <a:tc>
                  <a:txBody>
                    <a:bodyPr/>
                    <a:lstStyle/>
                    <a:p>
                      <a:pPr indent="0" lvl="0" marL="0" rtl="0" algn="l">
                        <a:spcBef>
                          <a:spcPts val="0"/>
                        </a:spcBef>
                        <a:spcAft>
                          <a:spcPts val="0"/>
                        </a:spcAft>
                        <a:buNone/>
                      </a:pPr>
                      <a:r>
                        <a:rPr lang="es"/>
                        <a:t>137</a:t>
                      </a:r>
                      <a:endParaRPr/>
                    </a:p>
                  </a:txBody>
                  <a:tcPr marT="91425" marB="91425" marR="91425" marL="91425"/>
                </a:tc>
                <a:tc>
                  <a:txBody>
                    <a:bodyPr/>
                    <a:lstStyle/>
                    <a:p>
                      <a:pPr indent="0" lvl="0" marL="0" rtl="0" algn="l">
                        <a:spcBef>
                          <a:spcPts val="0"/>
                        </a:spcBef>
                        <a:spcAft>
                          <a:spcPts val="0"/>
                        </a:spcAft>
                        <a:buNone/>
                      </a:pPr>
                      <a:r>
                        <a:rPr lang="es"/>
                        <a:t>91</a:t>
                      </a:r>
                      <a:endParaRPr/>
                    </a:p>
                  </a:txBody>
                  <a:tcPr marT="91425" marB="91425" marR="91425" marL="91425"/>
                </a:tc>
                <a:tc>
                  <a:txBody>
                    <a:bodyPr/>
                    <a:lstStyle/>
                    <a:p>
                      <a:pPr indent="0" lvl="0" marL="0" rtl="0" algn="l">
                        <a:spcBef>
                          <a:spcPts val="0"/>
                        </a:spcBef>
                        <a:spcAft>
                          <a:spcPts val="0"/>
                        </a:spcAft>
                        <a:buNone/>
                      </a:pPr>
                      <a:r>
                        <a:rPr lang="es"/>
                        <a:t>118</a:t>
                      </a:r>
                      <a:endParaRPr/>
                    </a:p>
                  </a:txBody>
                  <a:tcPr marT="91425" marB="91425" marR="91425" marL="91425"/>
                </a:tc>
                <a:tc>
                  <a:txBody>
                    <a:bodyPr/>
                    <a:lstStyle/>
                    <a:p>
                      <a:pPr indent="0" lvl="0" marL="0" rtl="0" algn="l">
                        <a:spcBef>
                          <a:spcPts val="0"/>
                        </a:spcBef>
                        <a:spcAft>
                          <a:spcPts val="0"/>
                        </a:spcAft>
                        <a:buNone/>
                      </a:pPr>
                      <a:r>
                        <a:rPr lang="es"/>
                        <a:t>36</a:t>
                      </a:r>
                      <a:endParaRPr/>
                    </a:p>
                  </a:txBody>
                  <a:tcPr marT="91425" marB="91425" marR="91425" marL="91425"/>
                </a:tc>
              </a:tr>
              <a:tr h="381000">
                <a:tc>
                  <a:txBody>
                    <a:bodyPr/>
                    <a:lstStyle/>
                    <a:p>
                      <a:pPr indent="0" lvl="0" marL="0" rtl="0" algn="l">
                        <a:spcBef>
                          <a:spcPts val="0"/>
                        </a:spcBef>
                        <a:spcAft>
                          <a:spcPts val="0"/>
                        </a:spcAft>
                        <a:buNone/>
                      </a:pPr>
                      <a:r>
                        <a:rPr lang="es"/>
                        <a:t>135</a:t>
                      </a:r>
                      <a:endParaRPr/>
                    </a:p>
                  </a:txBody>
                  <a:tcPr marT="91425" marB="91425" marR="91425" marL="91425"/>
                </a:tc>
                <a:tc>
                  <a:txBody>
                    <a:bodyPr/>
                    <a:lstStyle/>
                    <a:p>
                      <a:pPr indent="0" lvl="0" marL="0" rtl="0" algn="l">
                        <a:spcBef>
                          <a:spcPts val="0"/>
                        </a:spcBef>
                        <a:spcAft>
                          <a:spcPts val="0"/>
                        </a:spcAft>
                        <a:buNone/>
                      </a:pPr>
                      <a:r>
                        <a:rPr lang="es"/>
                        <a:t>52</a:t>
                      </a:r>
                      <a:endParaRPr/>
                    </a:p>
                  </a:txBody>
                  <a:tcPr marT="91425" marB="91425" marR="91425" marL="91425"/>
                </a:tc>
                <a:tc>
                  <a:txBody>
                    <a:bodyPr/>
                    <a:lstStyle/>
                    <a:p>
                      <a:pPr indent="0" lvl="0" marL="0" rtl="0" algn="l">
                        <a:spcBef>
                          <a:spcPts val="0"/>
                        </a:spcBef>
                        <a:spcAft>
                          <a:spcPts val="0"/>
                        </a:spcAft>
                        <a:buNone/>
                      </a:pPr>
                      <a:r>
                        <a:rPr lang="es"/>
                        <a:t>64</a:t>
                      </a:r>
                      <a:endParaRPr/>
                    </a:p>
                  </a:txBody>
                  <a:tcPr marT="91425" marB="91425" marR="91425" marL="91425"/>
                </a:tc>
                <a:tc>
                  <a:txBody>
                    <a:bodyPr/>
                    <a:lstStyle/>
                    <a:p>
                      <a:pPr indent="0" lvl="0" marL="0" rtl="0" algn="l">
                        <a:spcBef>
                          <a:spcPts val="0"/>
                        </a:spcBef>
                        <a:spcAft>
                          <a:spcPts val="0"/>
                        </a:spcAft>
                        <a:buNone/>
                      </a:pPr>
                      <a:r>
                        <a:rPr lang="es"/>
                        <a:t>14</a:t>
                      </a:r>
                      <a:endParaRPr/>
                    </a:p>
                  </a:txBody>
                  <a:tcPr marT="91425" marB="91425" marR="91425" marL="91425"/>
                </a:tc>
                <a:tc>
                  <a:txBody>
                    <a:bodyPr/>
                    <a:lstStyle/>
                    <a:p>
                      <a:pPr indent="0" lvl="0" marL="0" rtl="0" algn="l">
                        <a:spcBef>
                          <a:spcPts val="0"/>
                        </a:spcBef>
                        <a:spcAft>
                          <a:spcPts val="0"/>
                        </a:spcAft>
                        <a:buNone/>
                      </a:pPr>
                      <a:r>
                        <a:rPr lang="es"/>
                        <a:t>103</a:t>
                      </a:r>
                      <a:endParaRPr/>
                    </a:p>
                  </a:txBody>
                  <a:tcPr marT="91425" marB="91425" marR="91425" marL="91425"/>
                </a:tc>
                <a:tc>
                  <a:txBody>
                    <a:bodyPr/>
                    <a:lstStyle/>
                    <a:p>
                      <a:pPr indent="0" lvl="0" marL="0" rtl="0" algn="l">
                        <a:spcBef>
                          <a:spcPts val="0"/>
                        </a:spcBef>
                        <a:spcAft>
                          <a:spcPts val="0"/>
                        </a:spcAft>
                        <a:buNone/>
                      </a:pPr>
                      <a:r>
                        <a:rPr lang="es"/>
                        <a:t>100</a:t>
                      </a:r>
                      <a:endParaRPr/>
                    </a:p>
                  </a:txBody>
                  <a:tcPr marT="91425" marB="91425" marR="91425" marL="91425"/>
                </a:tc>
                <a:tc>
                  <a:txBody>
                    <a:bodyPr/>
                    <a:lstStyle/>
                    <a:p>
                      <a:pPr indent="0" lvl="0" marL="0" rtl="0" algn="l">
                        <a:spcBef>
                          <a:spcPts val="0"/>
                        </a:spcBef>
                        <a:spcAft>
                          <a:spcPts val="0"/>
                        </a:spcAft>
                        <a:buNone/>
                      </a:pPr>
                      <a:r>
                        <a:rPr lang="es"/>
                        <a:t>1</a:t>
                      </a:r>
                      <a:r>
                        <a:rPr lang="es">
                          <a:solidFill>
                            <a:schemeClr val="dk1"/>
                          </a:solidFill>
                        </a:rPr>
                        <a:t>02</a:t>
                      </a:r>
                      <a:endParaRPr/>
                    </a:p>
                  </a:txBody>
                  <a:tcPr marT="91425" marB="91425" marR="91425" marL="91425"/>
                </a:tc>
                <a:tc>
                  <a:txBody>
                    <a:bodyPr/>
                    <a:lstStyle/>
                    <a:p>
                      <a:pPr indent="0" lvl="0" marL="0" rtl="0" algn="l">
                        <a:spcBef>
                          <a:spcPts val="0"/>
                        </a:spcBef>
                        <a:spcAft>
                          <a:spcPts val="0"/>
                        </a:spcAft>
                        <a:buNone/>
                      </a:pPr>
                      <a:r>
                        <a:rPr lang="es"/>
                        <a:t>113</a:t>
                      </a:r>
                      <a:endParaRPr/>
                    </a:p>
                  </a:txBody>
                  <a:tcPr marT="91425" marB="91425" marR="91425" marL="91425"/>
                </a:tc>
              </a:tr>
            </a:tbl>
          </a:graphicData>
        </a:graphic>
      </p:graphicFrame>
      <p:sp>
        <p:nvSpPr>
          <p:cNvPr id="286" name="Google Shape;286;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Cómo hacerlo T(n) = T(n/2) + O(n)</a:t>
            </a:r>
            <a:endParaRPr/>
          </a:p>
        </p:txBody>
      </p:sp>
      <p:sp>
        <p:nvSpPr>
          <p:cNvPr id="287" name="Google Shape;287;p46"/>
          <p:cNvSpPr/>
          <p:nvPr/>
        </p:nvSpPr>
        <p:spPr>
          <a:xfrm>
            <a:off x="905900" y="1158375"/>
            <a:ext cx="7446900" cy="396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8" name="Google Shape;288;p46"/>
          <p:cNvSpPr/>
          <p:nvPr/>
        </p:nvSpPr>
        <p:spPr>
          <a:xfrm>
            <a:off x="7371550" y="1108325"/>
            <a:ext cx="904800" cy="326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89" name="Google Shape;289;p46"/>
          <p:cNvSpPr/>
          <p:nvPr/>
        </p:nvSpPr>
        <p:spPr>
          <a:xfrm>
            <a:off x="933475" y="3931775"/>
            <a:ext cx="7446900" cy="396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90" name="Google Shape;290;p46"/>
          <p:cNvSpPr/>
          <p:nvPr/>
        </p:nvSpPr>
        <p:spPr>
          <a:xfrm>
            <a:off x="3752050" y="1108325"/>
            <a:ext cx="904800" cy="326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91" name="Google Shape;291;p46"/>
          <p:cNvSpPr/>
          <p:nvPr/>
        </p:nvSpPr>
        <p:spPr>
          <a:xfrm>
            <a:off x="1037425" y="1108325"/>
            <a:ext cx="904800" cy="3269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92" name="Google Shape;292;p46"/>
          <p:cNvSpPr/>
          <p:nvPr/>
        </p:nvSpPr>
        <p:spPr>
          <a:xfrm>
            <a:off x="930907" y="2344075"/>
            <a:ext cx="7446900" cy="396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6" name="Shape 296"/>
        <p:cNvGrpSpPr/>
        <p:nvPr/>
      </p:nvGrpSpPr>
      <p:grpSpPr>
        <a:xfrm>
          <a:off x="0" y="0"/>
          <a:ext cx="0" cy="0"/>
          <a:chOff x="0" y="0"/>
          <a:chExt cx="0" cy="0"/>
        </a:xfrm>
      </p:grpSpPr>
      <p:sp>
        <p:nvSpPr>
          <p:cNvPr id="297" name="Google Shape;297;p47"/>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Greedy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8"/>
          <p:cNvPicPr preferRelativeResize="0"/>
          <p:nvPr/>
        </p:nvPicPr>
        <p:blipFill>
          <a:blip r:embed="rId3">
            <a:alphaModFix/>
          </a:blip>
          <a:stretch>
            <a:fillRect/>
          </a:stretch>
        </p:blipFill>
        <p:spPr>
          <a:xfrm>
            <a:off x="152400" y="771525"/>
            <a:ext cx="8839202" cy="463539"/>
          </a:xfrm>
          <a:prstGeom prst="rect">
            <a:avLst/>
          </a:prstGeom>
          <a:noFill/>
          <a:ln>
            <a:noFill/>
          </a:ln>
        </p:spPr>
      </p:pic>
      <p:sp>
        <p:nvSpPr>
          <p:cNvPr id="303" name="Google Shape;303;p48"/>
          <p:cNvSpPr txBox="1"/>
          <p:nvPr/>
        </p:nvSpPr>
        <p:spPr>
          <a:xfrm>
            <a:off x="152400" y="85725"/>
            <a:ext cx="548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Proxima Nova"/>
                <a:ea typeface="Proxima Nova"/>
                <a:cs typeface="Proxima Nova"/>
                <a:sym typeface="Proxima Nova"/>
              </a:rPr>
              <a:t>Ejercicio 5 de la guía (</a:t>
            </a:r>
            <a:r>
              <a:rPr b="1" lang="es" sz="1800">
                <a:solidFill>
                  <a:schemeClr val="dk1"/>
                </a:solidFill>
                <a:latin typeface="Proxima Nova"/>
                <a:ea typeface="Proxima Nova"/>
                <a:cs typeface="Proxima Nova"/>
                <a:sym typeface="Proxima Nova"/>
              </a:rPr>
              <a:t>está la guía además de RPL</a:t>
            </a:r>
            <a:r>
              <a:rPr lang="es" sz="1800">
                <a:solidFill>
                  <a:schemeClr val="dk1"/>
                </a:solidFill>
                <a:latin typeface="Proxima Nova"/>
                <a:ea typeface="Proxima Nova"/>
                <a:cs typeface="Proxima Nova"/>
                <a:sym typeface="Proxima Nova"/>
              </a:rPr>
              <a:t>)</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49"/>
          <p:cNvPicPr preferRelativeResize="0"/>
          <p:nvPr/>
        </p:nvPicPr>
        <p:blipFill>
          <a:blip r:embed="rId3">
            <a:alphaModFix/>
          </a:blip>
          <a:stretch>
            <a:fillRect/>
          </a:stretch>
        </p:blipFill>
        <p:spPr>
          <a:xfrm>
            <a:off x="152400" y="152400"/>
            <a:ext cx="8839200" cy="333462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50" title="Screenshot 2025-03-28 at 11.14.13 AM.png"/>
          <p:cNvPicPr preferRelativeResize="0"/>
          <p:nvPr/>
        </p:nvPicPr>
        <p:blipFill>
          <a:blip r:embed="rId3">
            <a:alphaModFix/>
          </a:blip>
          <a:stretch>
            <a:fillRect/>
          </a:stretch>
        </p:blipFill>
        <p:spPr>
          <a:xfrm>
            <a:off x="152400" y="152400"/>
            <a:ext cx="8839201" cy="390650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Similar al ejercicio resuelto de la gu</a:t>
            </a:r>
            <a:r>
              <a:rPr lang="es"/>
              <a:t>ía…</a:t>
            </a:r>
            <a:endParaRPr/>
          </a:p>
        </p:txBody>
      </p:sp>
      <p:sp>
        <p:nvSpPr>
          <p:cNvPr id="323" name="Google Shape;323;p5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Implementar un algoritmo greedy que permita obtener el </a:t>
            </a:r>
            <a:r>
              <a:rPr b="1" lang="es"/>
              <a:t>Independent Set</a:t>
            </a:r>
            <a:r>
              <a:rPr lang="es"/>
              <a:t> </a:t>
            </a:r>
            <a:r>
              <a:rPr b="1" lang="es"/>
              <a:t>máximo</a:t>
            </a:r>
            <a:r>
              <a:rPr lang="es"/>
              <a:t> (es decir, que contenga la mayor cantidad de vértices) para el caso de un </a:t>
            </a:r>
            <a:r>
              <a:rPr b="1" lang="es"/>
              <a:t>árbol</a:t>
            </a:r>
            <a:r>
              <a:rPr lang="es"/>
              <a:t> (en el contexto de teoría de grafos, no un árbol binario). Indicar y justificar la complejidad del algoritmo implementado. Justificar por qué se trata de un algoritmo greedy. Indicar si el algoritmo siempre da solución óptima. Si lo es, explicar detalladamente, sino dar un contraejemplo.</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Recordemos</a:t>
            </a:r>
            <a:endParaRPr/>
          </a:p>
        </p:txBody>
      </p:sp>
      <p:sp>
        <p:nvSpPr>
          <p:cNvPr id="329" name="Google Shape;329;p5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¿Qu</a:t>
            </a:r>
            <a:r>
              <a:rPr lang="es"/>
              <a:t>é es un árbol? (En el contexto de teoría de grafos)</a:t>
            </a:r>
            <a:endParaRPr sz="1600"/>
          </a:p>
          <a:p>
            <a:pPr indent="-342900" lvl="0" marL="457200" rtl="0" algn="l">
              <a:spcBef>
                <a:spcPts val="0"/>
              </a:spcBef>
              <a:spcAft>
                <a:spcPts val="0"/>
              </a:spcAft>
              <a:buSzPts val="1800"/>
              <a:buChar char="●"/>
            </a:pPr>
            <a:r>
              <a:rPr lang="es"/>
              <a:t>¿Cómo es el problema de Independent Set?</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Analicemos</a:t>
            </a:r>
            <a:endParaRPr/>
          </a:p>
        </p:txBody>
      </p:sp>
      <p:sp>
        <p:nvSpPr>
          <p:cNvPr id="335" name="Google Shape;335;p5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a:t>
            </a:r>
            <a:r>
              <a:rPr lang="es"/>
              <a:t>Cuáles son los vértices que nos interesan agregar al IS?</a:t>
            </a:r>
            <a:endParaRPr/>
          </a:p>
          <a:p>
            <a:pPr indent="-342900" lvl="0" marL="457200" rtl="0" algn="l">
              <a:spcBef>
                <a:spcPts val="0"/>
              </a:spcBef>
              <a:spcAft>
                <a:spcPts val="0"/>
              </a:spcAft>
              <a:buSzPts val="1800"/>
              <a:buChar char="●"/>
            </a:pPr>
            <a:r>
              <a:rPr lang="es"/>
              <a:t>¿Qué heurística podríamos usar para seleccionar la mejor opción inicialmente?</a:t>
            </a:r>
            <a:endParaRPr/>
          </a:p>
          <a:p>
            <a:pPr indent="-342900" lvl="0" marL="457200" rtl="0" algn="l">
              <a:spcBef>
                <a:spcPts val="0"/>
              </a:spcBef>
              <a:spcAft>
                <a:spcPts val="0"/>
              </a:spcAft>
              <a:buSzPts val="1800"/>
              <a:buChar char="●"/>
            </a:pPr>
            <a:r>
              <a:rPr lang="es"/>
              <a:t>Ordenar por grado puede ser útil, ¿no?</a:t>
            </a:r>
            <a:endParaRPr/>
          </a:p>
          <a:p>
            <a:pPr indent="-317500" lvl="1" marL="914400" rtl="0" algn="l">
              <a:spcBef>
                <a:spcPts val="0"/>
              </a:spcBef>
              <a:spcAft>
                <a:spcPts val="0"/>
              </a:spcAft>
              <a:buSzPts val="1400"/>
              <a:buChar char="○"/>
            </a:pPr>
            <a:r>
              <a:rPr lang="es" sz="1600"/>
              <a:t>Ordeno por grado de menor a mayor</a:t>
            </a:r>
            <a:endParaRPr sz="1600"/>
          </a:p>
          <a:p>
            <a:pPr indent="-317500" lvl="1" marL="914400" rtl="0" algn="l">
              <a:spcBef>
                <a:spcPts val="0"/>
              </a:spcBef>
              <a:spcAft>
                <a:spcPts val="0"/>
              </a:spcAft>
              <a:buSzPts val="1400"/>
              <a:buChar char="○"/>
            </a:pPr>
            <a:r>
              <a:rPr lang="es" sz="1600"/>
              <a:t>Agrego vértices de menor grado </a:t>
            </a:r>
            <a:br>
              <a:rPr lang="es" sz="1600"/>
            </a:br>
            <a:r>
              <a:rPr lang="es" sz="1600"/>
              <a:t>hasta que no pueda poner más</a:t>
            </a:r>
            <a:endParaRPr sz="1600"/>
          </a:p>
          <a:p>
            <a:pPr indent="-330200" lvl="0" marL="457200" rtl="0" algn="l">
              <a:spcBef>
                <a:spcPts val="0"/>
              </a:spcBef>
              <a:spcAft>
                <a:spcPts val="0"/>
              </a:spcAft>
              <a:buSzPts val="1600"/>
              <a:buChar char="●"/>
            </a:pPr>
            <a:r>
              <a:rPr lang="es" sz="1600"/>
              <a:t>Pero, ¿esto está bien?</a:t>
            </a:r>
            <a:endParaRPr sz="1600"/>
          </a:p>
          <a:p>
            <a:pPr indent="-330200" lvl="1" marL="914400" rtl="0" algn="l">
              <a:spcBef>
                <a:spcPts val="0"/>
              </a:spcBef>
              <a:spcAft>
                <a:spcPts val="0"/>
              </a:spcAft>
              <a:buSzPts val="1600"/>
              <a:buChar char="○"/>
            </a:pPr>
            <a:r>
              <a:rPr lang="es" sz="1600"/>
              <a:t>No :(</a:t>
            </a:r>
            <a:endParaRPr sz="1600"/>
          </a:p>
          <a:p>
            <a:pPr indent="0" lvl="0" marL="0" rtl="0" algn="l">
              <a:spcBef>
                <a:spcPts val="1600"/>
              </a:spcBef>
              <a:spcAft>
                <a:spcPts val="0"/>
              </a:spcAft>
              <a:buNone/>
            </a:pPr>
            <a:r>
              <a:t/>
            </a:r>
            <a:endParaRPr sz="1600"/>
          </a:p>
          <a:p>
            <a:pPr indent="0" lvl="0" marL="0" rtl="0" algn="l">
              <a:spcBef>
                <a:spcPts val="1600"/>
              </a:spcBef>
              <a:spcAft>
                <a:spcPts val="1600"/>
              </a:spcAft>
              <a:buNone/>
            </a:pPr>
            <a:r>
              <a:t/>
            </a:r>
            <a:endParaRPr/>
          </a:p>
        </p:txBody>
      </p:sp>
      <p:pic>
        <p:nvPicPr>
          <p:cNvPr id="336" name="Google Shape;336;p54"/>
          <p:cNvPicPr preferRelativeResize="0"/>
          <p:nvPr/>
        </p:nvPicPr>
        <p:blipFill>
          <a:blip r:embed="rId3">
            <a:alphaModFix/>
          </a:blip>
          <a:stretch>
            <a:fillRect/>
          </a:stretch>
        </p:blipFill>
        <p:spPr>
          <a:xfrm>
            <a:off x="4774875" y="2234525"/>
            <a:ext cx="4133250" cy="265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55"/>
          <p:cNvPicPr preferRelativeResize="0"/>
          <p:nvPr/>
        </p:nvPicPr>
        <p:blipFill>
          <a:blip r:embed="rId3">
            <a:alphaModFix/>
          </a:blip>
          <a:stretch>
            <a:fillRect/>
          </a:stretch>
        </p:blipFill>
        <p:spPr>
          <a:xfrm>
            <a:off x="152400" y="257050"/>
            <a:ext cx="8839199" cy="437646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 ¿Entonces?</a:t>
            </a:r>
            <a:endParaRPr/>
          </a:p>
        </p:txBody>
      </p:sp>
      <p:sp>
        <p:nvSpPr>
          <p:cNvPr id="347" name="Google Shape;347;p5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Lo mejor es elegir una hoja pues siempre tienen grado 1 y nos quitan menos vértices para agregar al conjunto de IS que </a:t>
            </a:r>
            <a:r>
              <a:rPr lang="es"/>
              <a:t>cualquier otro</a:t>
            </a:r>
            <a:endParaRPr/>
          </a:p>
          <a:p>
            <a:pPr indent="-342900" lvl="0" marL="457200" rtl="0" algn="l">
              <a:spcBef>
                <a:spcPts val="0"/>
              </a:spcBef>
              <a:spcAft>
                <a:spcPts val="0"/>
              </a:spcAft>
              <a:buSzPts val="1800"/>
              <a:buChar char="●"/>
            </a:pPr>
            <a:r>
              <a:rPr lang="es"/>
              <a:t>¿Qué hacemos con el vértice adyacente a la hoja?</a:t>
            </a:r>
            <a:endParaRPr/>
          </a:p>
          <a:p>
            <a:pPr indent="-330200" lvl="1" marL="914400" rtl="0" algn="l">
              <a:spcBef>
                <a:spcPts val="0"/>
              </a:spcBef>
              <a:spcAft>
                <a:spcPts val="0"/>
              </a:spcAft>
              <a:buSzPts val="1600"/>
              <a:buChar char="○"/>
            </a:pPr>
            <a:r>
              <a:rPr lang="es" sz="1600"/>
              <a:t>Lo quitamos</a:t>
            </a:r>
            <a:endParaRPr sz="1600"/>
          </a:p>
          <a:p>
            <a:pPr indent="-342900" lvl="0" marL="457200" rtl="0" algn="l">
              <a:spcBef>
                <a:spcPts val="0"/>
              </a:spcBef>
              <a:spcAft>
                <a:spcPts val="0"/>
              </a:spcAft>
              <a:buSzPts val="1800"/>
              <a:buChar char="●"/>
            </a:pPr>
            <a:r>
              <a:rPr lang="es"/>
              <a:t>Sea cual sea el caso se mantiene un grafo que sigue siendo un árbol (o bien un bosque), por lo que se puede aplicar la misma heurística hasta que no </a:t>
            </a:r>
            <a:r>
              <a:rPr lang="es"/>
              <a:t>haya</a:t>
            </a:r>
            <a:r>
              <a:rPr lang="es"/>
              <a:t> hojas en el árbol</a:t>
            </a:r>
            <a:endParaRPr/>
          </a:p>
          <a:p>
            <a:pPr indent="-342900" lvl="0" marL="457200" rtl="0" algn="l">
              <a:spcBef>
                <a:spcPts val="0"/>
              </a:spcBef>
              <a:spcAft>
                <a:spcPts val="0"/>
              </a:spcAft>
              <a:buSzPts val="1800"/>
              <a:buChar char="●"/>
            </a:pPr>
            <a:r>
              <a:rPr lang="es"/>
              <a:t>¿Qué pasa con los vértices que quedaron sin analizar por quedar sin aristas?</a:t>
            </a:r>
            <a:endParaRPr/>
          </a:p>
          <a:p>
            <a:pPr indent="-330200" lvl="1" marL="914400" rtl="0" algn="l">
              <a:spcBef>
                <a:spcPts val="0"/>
              </a:spcBef>
              <a:spcAft>
                <a:spcPts val="0"/>
              </a:spcAft>
              <a:buSzPts val="1600"/>
              <a:buChar char="○"/>
            </a:pPr>
            <a:r>
              <a:rPr lang="es" sz="1600"/>
              <a:t>Los recuperamos pues forman parte de la solución</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Implementaci</a:t>
            </a:r>
            <a:r>
              <a:rPr lang="es"/>
              <a:t>ón</a:t>
            </a:r>
            <a:endParaRPr/>
          </a:p>
        </p:txBody>
      </p:sp>
      <p:sp>
        <p:nvSpPr>
          <p:cNvPr id="353" name="Google Shape;353;p57"/>
          <p:cNvSpPr txBox="1"/>
          <p:nvPr>
            <p:ph idx="1" type="body"/>
          </p:nvPr>
        </p:nvSpPr>
        <p:spPr>
          <a:xfrm>
            <a:off x="311700" y="1171600"/>
            <a:ext cx="8520600" cy="385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Courier New"/>
                <a:ea typeface="Courier New"/>
                <a:cs typeface="Courier New"/>
                <a:sym typeface="Courier New"/>
              </a:rPr>
              <a:t>def independent_set_arbol(grafo): </a:t>
            </a:r>
            <a:br>
              <a:rPr lang="es">
                <a:latin typeface="Courier New"/>
                <a:ea typeface="Courier New"/>
                <a:cs typeface="Courier New"/>
                <a:sym typeface="Courier New"/>
              </a:rPr>
            </a:br>
            <a:r>
              <a:rPr lang="es">
                <a:latin typeface="Courier New"/>
                <a:ea typeface="Courier New"/>
                <a:cs typeface="Courier New"/>
                <a:sym typeface="Courier New"/>
              </a:rPr>
              <a:t>	i_s = set() </a:t>
            </a:r>
            <a:br>
              <a:rPr lang="es">
                <a:latin typeface="Courier New"/>
                <a:ea typeface="Courier New"/>
                <a:cs typeface="Courier New"/>
                <a:sym typeface="Courier New"/>
              </a:rPr>
            </a:br>
            <a:r>
              <a:rPr lang="es">
                <a:latin typeface="Courier New"/>
                <a:ea typeface="Courier New"/>
                <a:cs typeface="Courier New"/>
                <a:sym typeface="Courier New"/>
              </a:rPr>
              <a:t>	while len(grafo) &gt; 0: </a:t>
            </a:r>
            <a:br>
              <a:rPr lang="es">
                <a:latin typeface="Courier New"/>
                <a:ea typeface="Courier New"/>
                <a:cs typeface="Courier New"/>
                <a:sym typeface="Courier New"/>
              </a:rPr>
            </a:br>
            <a:r>
              <a:rPr lang="es">
                <a:latin typeface="Courier New"/>
                <a:ea typeface="Courier New"/>
                <a:cs typeface="Courier New"/>
                <a:sym typeface="Courier New"/>
              </a:rPr>
              <a:t>		v = obtener_vertice_grado_1(grafo) </a:t>
            </a:r>
            <a:br>
              <a:rPr lang="es">
                <a:latin typeface="Courier New"/>
                <a:ea typeface="Courier New"/>
                <a:cs typeface="Courier New"/>
                <a:sym typeface="Courier New"/>
              </a:rPr>
            </a:br>
            <a:r>
              <a:rPr lang="es">
                <a:latin typeface="Courier New"/>
                <a:ea typeface="Courier New"/>
                <a:cs typeface="Courier New"/>
                <a:sym typeface="Courier New"/>
              </a:rPr>
              <a:t>		if v is None: </a:t>
            </a:r>
            <a:br>
              <a:rPr lang="es">
                <a:latin typeface="Courier New"/>
                <a:ea typeface="Courier New"/>
                <a:cs typeface="Courier New"/>
                <a:sym typeface="Courier New"/>
              </a:rPr>
            </a:br>
            <a:r>
              <a:rPr lang="es">
                <a:latin typeface="Courier New"/>
                <a:ea typeface="Courier New"/>
                <a:cs typeface="Courier New"/>
                <a:sym typeface="Courier New"/>
              </a:rPr>
              <a:t>			break 				</a:t>
            </a:r>
            <a:br>
              <a:rPr lang="es">
                <a:latin typeface="Courier New"/>
                <a:ea typeface="Courier New"/>
                <a:cs typeface="Courier New"/>
                <a:sym typeface="Courier New"/>
              </a:rPr>
            </a:br>
            <a:r>
              <a:rPr lang="es">
                <a:latin typeface="Courier New"/>
                <a:ea typeface="Courier New"/>
                <a:cs typeface="Courier New"/>
                <a:sym typeface="Courier New"/>
              </a:rPr>
              <a:t>		is.add(v) 				</a:t>
            </a:r>
            <a:br>
              <a:rPr lang="es">
                <a:latin typeface="Courier New"/>
                <a:ea typeface="Courier New"/>
                <a:cs typeface="Courier New"/>
                <a:sym typeface="Courier New"/>
              </a:rPr>
            </a:br>
            <a:r>
              <a:rPr lang="es">
                <a:latin typeface="Courier New"/>
                <a:ea typeface="Courier New"/>
                <a:cs typeface="Courier New"/>
                <a:sym typeface="Courier New"/>
              </a:rPr>
              <a:t>		ady = grafo.obtener_adyacentes()[0] 			</a:t>
            </a:r>
            <a:br>
              <a:rPr lang="es">
                <a:latin typeface="Courier New"/>
                <a:ea typeface="Courier New"/>
                <a:cs typeface="Courier New"/>
                <a:sym typeface="Courier New"/>
              </a:rPr>
            </a:br>
            <a:r>
              <a:rPr lang="es">
                <a:latin typeface="Courier New"/>
                <a:ea typeface="Courier New"/>
                <a:cs typeface="Courier New"/>
                <a:sym typeface="Courier New"/>
              </a:rPr>
              <a:t>		grafo.borrar_vertice(ady) </a:t>
            </a:r>
            <a:br>
              <a:rPr lang="es">
                <a:latin typeface="Courier New"/>
                <a:ea typeface="Courier New"/>
                <a:cs typeface="Courier New"/>
                <a:sym typeface="Courier New"/>
              </a:rPr>
            </a:br>
            <a:r>
              <a:rPr lang="es">
                <a:latin typeface="Courier New"/>
                <a:ea typeface="Courier New"/>
                <a:cs typeface="Courier New"/>
                <a:sym typeface="Courier New"/>
              </a:rPr>
              <a:t>	for v in grafo.obtener_vertices(): </a:t>
            </a:r>
            <a:br>
              <a:rPr lang="es">
                <a:latin typeface="Courier New"/>
                <a:ea typeface="Courier New"/>
                <a:cs typeface="Courier New"/>
                <a:sym typeface="Courier New"/>
              </a:rPr>
            </a:br>
            <a:r>
              <a:rPr lang="es">
                <a:latin typeface="Courier New"/>
                <a:ea typeface="Courier New"/>
                <a:cs typeface="Courier New"/>
                <a:sym typeface="Courier New"/>
              </a:rPr>
              <a:t>		if v not in i_s: is.add(v) </a:t>
            </a:r>
            <a:br>
              <a:rPr lang="es">
                <a:latin typeface="Courier New"/>
                <a:ea typeface="Courier New"/>
                <a:cs typeface="Courier New"/>
                <a:sym typeface="Courier New"/>
              </a:rPr>
            </a:br>
            <a:r>
              <a:rPr lang="es">
                <a:latin typeface="Courier New"/>
                <a:ea typeface="Courier New"/>
                <a:cs typeface="Courier New"/>
                <a:sym typeface="Courier New"/>
              </a:rPr>
              <a:t>	return is</a:t>
            </a:r>
            <a:endParaRPr>
              <a:latin typeface="Courier New"/>
              <a:ea typeface="Courier New"/>
              <a:cs typeface="Courier New"/>
              <a:sym typeface="Courier New"/>
            </a:endParaRPr>
          </a:p>
        </p:txBody>
      </p:sp>
      <p:sp>
        <p:nvSpPr>
          <p:cNvPr id="354" name="Google Shape;354;p57"/>
          <p:cNvSpPr txBox="1"/>
          <p:nvPr/>
        </p:nvSpPr>
        <p:spPr>
          <a:xfrm>
            <a:off x="6379775" y="1605500"/>
            <a:ext cx="2804400" cy="17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Proxima Nova"/>
                <a:ea typeface="Proxima Nova"/>
                <a:cs typeface="Proxima Nova"/>
                <a:sym typeface="Proxima Nova"/>
              </a:rPr>
              <a:t>OBS: Esto se puede optimizar usando un set para guardar las hojas en lugar de buscar una por una</a:t>
            </a:r>
            <a:endParaRPr sz="1800">
              <a:solidFill>
                <a:schemeClr val="dk1"/>
              </a:solidFill>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qu</a:t>
            </a:r>
            <a:r>
              <a:rPr lang="es"/>
              <a:t>é es Greedy?</a:t>
            </a:r>
            <a:endParaRPr/>
          </a:p>
        </p:txBody>
      </p:sp>
      <p:sp>
        <p:nvSpPr>
          <p:cNvPr id="360" name="Google Shape;360;p5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Porque en cada iteración utilizamos un criterio con el resultado actual sin tener en cuenta el estado del grafo en la iteración anterior</a:t>
            </a:r>
            <a:endParaRPr/>
          </a:p>
          <a:p>
            <a:pPr indent="-342900" lvl="0" marL="457200" rtl="0" algn="l">
              <a:spcBef>
                <a:spcPts val="0"/>
              </a:spcBef>
              <a:spcAft>
                <a:spcPts val="0"/>
              </a:spcAft>
              <a:buSzPts val="1800"/>
              <a:buChar char="●"/>
            </a:pPr>
            <a:r>
              <a:rPr lang="es"/>
              <a:t>El óptimo local es elegir la primer hoja encontrada del árbol y la sucesión repetida de esos pasos nos da la solución</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a:t>
            </a:r>
            <a:r>
              <a:rPr lang="es"/>
              <a:t>óptimo</a:t>
            </a:r>
            <a:r>
              <a:rPr lang="es"/>
              <a:t>?</a:t>
            </a:r>
            <a:endParaRPr/>
          </a:p>
        </p:txBody>
      </p:sp>
      <p:sp>
        <p:nvSpPr>
          <p:cNvPr id="366" name="Google Shape;366;p5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s"/>
              <a:t>SI </a:t>
            </a:r>
            <a:r>
              <a:rPr lang="es"/>
              <a:t>y se puede demostrar usando inducci</a:t>
            </a:r>
            <a:r>
              <a:rPr lang="es"/>
              <a:t>ón </a:t>
            </a:r>
            <a:endParaRPr/>
          </a:p>
          <a:p>
            <a:pPr indent="-342900" lvl="0" marL="457200" rtl="0" algn="l">
              <a:spcBef>
                <a:spcPts val="0"/>
              </a:spcBef>
              <a:spcAft>
                <a:spcPts val="0"/>
              </a:spcAft>
              <a:buSzPts val="1800"/>
              <a:buChar char="●"/>
            </a:pPr>
            <a:r>
              <a:rPr lang="es"/>
              <a:t>Caso Base</a:t>
            </a:r>
            <a:endParaRPr/>
          </a:p>
          <a:p>
            <a:pPr indent="-317500" lvl="1" marL="914400" rtl="0" algn="l">
              <a:spcBef>
                <a:spcPts val="0"/>
              </a:spcBef>
              <a:spcAft>
                <a:spcPts val="0"/>
              </a:spcAft>
              <a:buSzPts val="1400"/>
              <a:buChar char="○"/>
            </a:pPr>
            <a:r>
              <a:rPr lang="es" sz="1600"/>
              <a:t>N = 1 ?</a:t>
            </a:r>
            <a:endParaRPr sz="1600"/>
          </a:p>
          <a:p>
            <a:pPr indent="-317500" lvl="1" marL="914400" rtl="0" algn="l">
              <a:spcBef>
                <a:spcPts val="0"/>
              </a:spcBef>
              <a:spcAft>
                <a:spcPts val="0"/>
              </a:spcAft>
              <a:buSzPts val="1400"/>
              <a:buChar char="○"/>
            </a:pPr>
            <a:r>
              <a:rPr lang="es" sz="1600"/>
              <a:t>N = 2 ?</a:t>
            </a:r>
            <a:endParaRPr sz="1600"/>
          </a:p>
          <a:p>
            <a:pPr indent="-317500" lvl="1" marL="914400" rtl="0" algn="l">
              <a:spcBef>
                <a:spcPts val="0"/>
              </a:spcBef>
              <a:spcAft>
                <a:spcPts val="0"/>
              </a:spcAft>
              <a:buSzPts val="1400"/>
              <a:buChar char="○"/>
            </a:pPr>
            <a:r>
              <a:rPr lang="es" sz="1600"/>
              <a:t>N = 3 ?</a:t>
            </a:r>
            <a:endParaRPr sz="1600"/>
          </a:p>
          <a:p>
            <a:pPr indent="-330200" lvl="0" marL="457200" rtl="0" algn="l">
              <a:spcBef>
                <a:spcPts val="0"/>
              </a:spcBef>
              <a:spcAft>
                <a:spcPts val="0"/>
              </a:spcAft>
              <a:buSzPts val="1600"/>
              <a:buChar char="●"/>
            </a:pPr>
            <a:r>
              <a:rPr lang="es" sz="1600"/>
              <a:t>Hip</a:t>
            </a:r>
            <a:r>
              <a:rPr lang="es" sz="1600"/>
              <a:t>ótesis Inductiva</a:t>
            </a:r>
            <a:endParaRPr sz="1600"/>
          </a:p>
          <a:p>
            <a:pPr indent="-330200" lvl="1" marL="914400" rtl="0" algn="l">
              <a:spcBef>
                <a:spcPts val="0"/>
              </a:spcBef>
              <a:spcAft>
                <a:spcPts val="0"/>
              </a:spcAft>
              <a:buSzPts val="1600"/>
              <a:buChar char="○"/>
            </a:pPr>
            <a:r>
              <a:rPr lang="es" sz="1600"/>
              <a:t>Dado un árbol T de tamaño n-1, el algoritmo encuentra un IS de tamaño óptimo</a:t>
            </a:r>
            <a:endParaRPr sz="1600"/>
          </a:p>
          <a:p>
            <a:pPr indent="-330200" lvl="0" marL="457200" rtl="0" algn="l">
              <a:spcBef>
                <a:spcPts val="0"/>
              </a:spcBef>
              <a:spcAft>
                <a:spcPts val="0"/>
              </a:spcAft>
              <a:buSzPts val="1600"/>
              <a:buChar char="●"/>
            </a:pPr>
            <a:r>
              <a:rPr lang="es" sz="1600"/>
              <a:t>Paso Inductivo</a:t>
            </a:r>
            <a:endParaRPr sz="1600"/>
          </a:p>
          <a:p>
            <a:pPr indent="-330200" lvl="1" marL="914400" rtl="0" algn="l">
              <a:spcBef>
                <a:spcPts val="0"/>
              </a:spcBef>
              <a:spcAft>
                <a:spcPts val="0"/>
              </a:spcAft>
              <a:buSzPts val="1600"/>
              <a:buChar char="○"/>
            </a:pPr>
            <a:r>
              <a:rPr lang="es" sz="1600"/>
              <a:t>Supongamos que tenemos un </a:t>
            </a:r>
            <a:r>
              <a:rPr lang="es" sz="1600"/>
              <a:t>árbol T</a:t>
            </a:r>
            <a:r>
              <a:rPr lang="es" sz="1600"/>
              <a:t> de tamaño n y selecciono una de sus hojas y la llamo v</a:t>
            </a:r>
            <a:endParaRPr sz="1600"/>
          </a:p>
          <a:p>
            <a:pPr indent="-330200" lvl="1" marL="914400" rtl="0" algn="l">
              <a:spcBef>
                <a:spcPts val="0"/>
              </a:spcBef>
              <a:spcAft>
                <a:spcPts val="0"/>
              </a:spcAft>
              <a:buSzPts val="1600"/>
              <a:buChar char="○"/>
            </a:pPr>
            <a:r>
              <a:rPr lang="es" sz="1600"/>
              <a:t>Al único nodo adyacente a v lo llamaremos u</a:t>
            </a:r>
            <a:endParaRPr sz="1600"/>
          </a:p>
          <a:p>
            <a:pPr indent="0" lvl="0" marL="0" rtl="0" algn="l">
              <a:spcBef>
                <a:spcPts val="1600"/>
              </a:spcBef>
              <a:spcAft>
                <a:spcPts val="1600"/>
              </a:spcAft>
              <a:buNone/>
            </a:pPr>
            <a:r>
              <a:t/>
            </a:r>
            <a:endParaRPr/>
          </a:p>
        </p:txBody>
      </p:sp>
      <p:pic>
        <p:nvPicPr>
          <p:cNvPr id="367" name="Google Shape;367;p59"/>
          <p:cNvPicPr preferRelativeResize="0"/>
          <p:nvPr/>
        </p:nvPicPr>
        <p:blipFill>
          <a:blip r:embed="rId3">
            <a:alphaModFix/>
          </a:blip>
          <a:stretch>
            <a:fillRect/>
          </a:stretch>
        </p:blipFill>
        <p:spPr>
          <a:xfrm>
            <a:off x="6212900" y="381875"/>
            <a:ext cx="2095452" cy="20954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óptimo?</a:t>
            </a:r>
            <a:endParaRPr/>
          </a:p>
        </p:txBody>
      </p:sp>
      <p:sp>
        <p:nvSpPr>
          <p:cNvPr id="373" name="Google Shape;373;p6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600"/>
              <a:t>Si v pertenece a una solución óptima</a:t>
            </a:r>
            <a:endParaRPr sz="1600"/>
          </a:p>
          <a:p>
            <a:pPr indent="-330200" lvl="1" marL="914400" rtl="0" algn="l">
              <a:spcBef>
                <a:spcPts val="0"/>
              </a:spcBef>
              <a:spcAft>
                <a:spcPts val="0"/>
              </a:spcAft>
              <a:buSzPts val="1600"/>
              <a:buChar char="○"/>
            </a:pPr>
            <a:r>
              <a:rPr lang="es" sz="1600"/>
              <a:t>Entonces el algoritmo la agrega y elimina a u que no podría pertenecer</a:t>
            </a:r>
            <a:endParaRPr sz="1600"/>
          </a:p>
          <a:p>
            <a:pPr indent="-330200" lvl="1" marL="914400" rtl="0" algn="l">
              <a:spcBef>
                <a:spcPts val="0"/>
              </a:spcBef>
              <a:spcAft>
                <a:spcPts val="0"/>
              </a:spcAft>
              <a:buSzPts val="1600"/>
              <a:buChar char="○"/>
            </a:pPr>
            <a:r>
              <a:rPr lang="es" sz="1600"/>
              <a:t>El subárbol resultante tiene tamaño n-1 al cual se puede llegar al óptimo por hipótesis inductiva</a:t>
            </a:r>
            <a:endParaRPr sz="1600"/>
          </a:p>
          <a:p>
            <a:pPr indent="-330200" lvl="1" marL="914400" rtl="0" algn="l">
              <a:spcBef>
                <a:spcPts val="0"/>
              </a:spcBef>
              <a:spcAft>
                <a:spcPts val="0"/>
              </a:spcAft>
              <a:buSzPts val="1600"/>
              <a:buChar char="○"/>
            </a:pPr>
            <a:r>
              <a:rPr lang="es" sz="1600"/>
              <a:t>En este caso v queda sin aristas por lo que no interfiere con el algoritmo</a:t>
            </a:r>
            <a:endParaRPr sz="1600"/>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 óptimo?</a:t>
            </a:r>
            <a:endParaRPr/>
          </a:p>
        </p:txBody>
      </p:sp>
      <p:sp>
        <p:nvSpPr>
          <p:cNvPr id="379" name="Google Shape;379;p6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600"/>
              <a:t>Si v no pertenece a ninguna solución óptima</a:t>
            </a:r>
            <a:endParaRPr sz="1600"/>
          </a:p>
          <a:p>
            <a:pPr indent="-330200" lvl="1" marL="914400" rtl="0" algn="l">
              <a:spcBef>
                <a:spcPts val="0"/>
              </a:spcBef>
              <a:spcAft>
                <a:spcPts val="0"/>
              </a:spcAft>
              <a:buSzPts val="1600"/>
              <a:buChar char="○"/>
            </a:pPr>
            <a:r>
              <a:rPr lang="es" sz="1600"/>
              <a:t>Entonces u debe pertenecer necesariamente </a:t>
            </a:r>
            <a:endParaRPr sz="1600"/>
          </a:p>
          <a:p>
            <a:pPr indent="-330200" lvl="1" marL="914400" rtl="0" algn="l">
              <a:spcBef>
                <a:spcPts val="0"/>
              </a:spcBef>
              <a:spcAft>
                <a:spcPts val="0"/>
              </a:spcAft>
              <a:buSzPts val="1600"/>
              <a:buChar char="○"/>
            </a:pPr>
            <a:r>
              <a:rPr lang="es" sz="1600"/>
              <a:t>Entonces si sacamos a u del IS y ponemos a v, se generaría una solución alternativa igual de óptima que contiene a v</a:t>
            </a:r>
            <a:endParaRPr sz="1600"/>
          </a:p>
          <a:p>
            <a:pPr indent="-330200" lvl="1" marL="914400" rtl="0" algn="l">
              <a:spcBef>
                <a:spcPts val="0"/>
              </a:spcBef>
              <a:spcAft>
                <a:spcPts val="0"/>
              </a:spcAft>
              <a:buSzPts val="1600"/>
              <a:buChar char="○"/>
            </a:pPr>
            <a:r>
              <a:rPr lang="es" sz="1600"/>
              <a:t>Pero eso contradice el planteo inicial de que v no pertenece a ninguna solución óptima</a:t>
            </a:r>
            <a:endParaRPr sz="1600"/>
          </a:p>
          <a:p>
            <a:pPr indent="-330200" lvl="0" marL="457200" rtl="0" algn="l">
              <a:spcBef>
                <a:spcPts val="0"/>
              </a:spcBef>
              <a:spcAft>
                <a:spcPts val="0"/>
              </a:spcAft>
              <a:buSzPts val="1600"/>
              <a:buChar char="●"/>
            </a:pPr>
            <a:r>
              <a:rPr lang="es" sz="1600"/>
              <a:t>Entonces, v siempre pertenece al menos a una solución óptima</a:t>
            </a:r>
            <a:endParaRPr sz="1600"/>
          </a:p>
          <a:p>
            <a:pPr indent="-330200" lvl="0" marL="457200" rtl="0" algn="l">
              <a:spcBef>
                <a:spcPts val="0"/>
              </a:spcBef>
              <a:spcAft>
                <a:spcPts val="0"/>
              </a:spcAft>
              <a:buSzPts val="1600"/>
              <a:buChar char="●"/>
            </a:pPr>
            <a:r>
              <a:rPr lang="es" sz="1600"/>
              <a:t>Por lo tanto, el algoritmo greedy siempre produce un Independent Set máximo para árboles.</a:t>
            </a:r>
            <a:endParaRPr sz="1600"/>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